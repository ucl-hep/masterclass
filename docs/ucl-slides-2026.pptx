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63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presProps.xml" ContentType="application/vnd.openxmlformats-officedocument.presentationml.presProps+xml"/>
  <Override PartName="/ppt/media/image14.gif" ContentType="image/gif"/>
  <Override PartName="/ppt/media/image5.gif" ContentType="image/gif"/>
  <Override PartName="/ppt/theme/theme56.xml" ContentType="application/vnd.openxmlformats-officedocument.theme+xml"/>
  <Override PartName="/ppt/theme/theme55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5.xml" ContentType="application/vnd.openxmlformats-officedocument.theme+xml"/>
  <Override PartName="/ppt/theme/theme43.xml" ContentType="application/vnd.openxmlformats-officedocument.theme+xml"/>
  <Override PartName="/ppt/theme/theme41.xml" ContentType="application/vnd.openxmlformats-officedocument.theme+xml"/>
  <Override PartName="/ppt/theme/theme54.xml" ContentType="application/vnd.openxmlformats-officedocument.theme+xml"/>
  <Override PartName="/ppt/theme/theme39.xml" ContentType="application/vnd.openxmlformats-officedocument.theme+xml"/>
  <Override PartName="/ppt/theme/theme37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35.xml" ContentType="application/vnd.openxmlformats-officedocument.theme+xml"/>
  <Override PartName="/ppt/theme/theme42.xml" ContentType="application/vnd.openxmlformats-officedocument.theme+xml"/>
  <Override PartName="/ppt/theme/theme8.xml" ContentType="application/vnd.openxmlformats-officedocument.theme+xml"/>
  <Override PartName="/ppt/theme/theme34.xml" ContentType="application/vnd.openxmlformats-officedocument.theme+xml"/>
  <Override PartName="/ppt/theme/theme33.xml" ContentType="application/vnd.openxmlformats-officedocument.theme+xml"/>
  <Override PartName="/ppt/theme/theme96.xml" ContentType="application/vnd.openxmlformats-officedocument.theme+xml"/>
  <Override PartName="/ppt/theme/theme44.xml" ContentType="application/vnd.openxmlformats-officedocument.theme+xml"/>
  <Override PartName="/ppt/theme/theme95.xml" ContentType="application/vnd.openxmlformats-officedocument.theme+xml"/>
  <Override PartName="/ppt/theme/theme31.xml" ContentType="application/vnd.openxmlformats-officedocument.theme+xml"/>
  <Override PartName="/ppt/theme/theme29.xml" ContentType="application/vnd.openxmlformats-officedocument.theme+xml"/>
  <Override PartName="/ppt/theme/theme94.xml" ContentType="application/vnd.openxmlformats-officedocument.theme+xml"/>
  <Override PartName="/ppt/theme/theme46.xml" ContentType="application/vnd.openxmlformats-officedocument.theme+xml"/>
  <Override PartName="/ppt/theme/theme13.xml" ContentType="application/vnd.openxmlformats-officedocument.theme+xml"/>
  <Override PartName="/ppt/theme/theme30.xml" ContentType="application/vnd.openxmlformats-officedocument.theme+xml"/>
  <Override PartName="/ppt/theme/theme65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58.xml" ContentType="application/vnd.openxmlformats-officedocument.theme+xml"/>
  <Override PartName="/ppt/theme/theme67.xml" ContentType="application/vnd.openxmlformats-officedocument.theme+xml"/>
  <Override PartName="/ppt/theme/theme25.xml" ContentType="application/vnd.openxmlformats-officedocument.theme+xml"/>
  <Override PartName="/ppt/theme/theme66.xml" ContentType="application/vnd.openxmlformats-officedocument.theme+xml"/>
  <Override PartName="/ppt/theme/theme59.xml" ContentType="application/vnd.openxmlformats-officedocument.theme+xml"/>
  <Override PartName="/ppt/theme/theme32.xml" ContentType="application/vnd.openxmlformats-officedocument.theme+xml"/>
  <Override PartName="/ppt/theme/theme91.xml" ContentType="application/vnd.openxmlformats-officedocument.theme+xml"/>
  <Override PartName="/ppt/theme/theme68.xml" ContentType="application/vnd.openxmlformats-officedocument.theme+xml"/>
  <Override PartName="/ppt/theme/theme70.xml" ContentType="application/vnd.openxmlformats-officedocument.theme+xml"/>
  <Override PartName="/ppt/theme/theme28.xml" ContentType="application/vnd.openxmlformats-officedocument.theme+xml"/>
  <Override PartName="/ppt/theme/theme79.xml" ContentType="application/vnd.openxmlformats-officedocument.theme+xml"/>
  <Override PartName="/ppt/theme/theme72.xml" ContentType="application/vnd.openxmlformats-officedocument.theme+xml"/>
  <Override PartName="/ppt/theme/theme71.xml" ContentType="application/vnd.openxmlformats-officedocument.theme+xml"/>
  <Override PartName="/ppt/theme/theme88.xml" ContentType="application/vnd.openxmlformats-officedocument.theme+xml"/>
  <Override PartName="/ppt/theme/theme81.xml" ContentType="application/vnd.openxmlformats-officedocument.theme+xml"/>
  <Override PartName="/ppt/theme/theme10.xml" ContentType="application/vnd.openxmlformats-officedocument.theme+xml"/>
  <Override PartName="/ppt/theme/theme3.xml" ContentType="application/vnd.openxmlformats-officedocument.theme+xml"/>
  <Override PartName="/ppt/theme/theme90.xml" ContentType="application/vnd.openxmlformats-officedocument.theme+xml"/>
  <Override PartName="/ppt/theme/theme73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48.xml" ContentType="application/vnd.openxmlformats-officedocument.theme+xml"/>
  <Override PartName="/ppt/theme/theme60.xml" ContentType="application/vnd.openxmlformats-officedocument.theme+xml"/>
  <Override PartName="/ppt/theme/theme87.xml" ContentType="application/vnd.openxmlformats-officedocument.theme+xml"/>
  <Override PartName="/ppt/theme/theme62.xml" ContentType="application/vnd.openxmlformats-officedocument.theme+xml"/>
  <Override PartName="/ppt/theme/theme17.xml" ContentType="application/vnd.openxmlformats-officedocument.theme+xml"/>
  <Override PartName="/ppt/theme/theme80.xml" ContentType="application/vnd.openxmlformats-officedocument.theme+xml"/>
  <Override PartName="/ppt/theme/theme76.xml" ContentType="application/vnd.openxmlformats-officedocument.theme+xml"/>
  <Override PartName="/ppt/theme/theme49.xml" ContentType="application/vnd.openxmlformats-officedocument.theme+xml"/>
  <Override PartName="/ppt/theme/theme85.xml" ContentType="application/vnd.openxmlformats-officedocument.theme+xml"/>
  <Override PartName="/ppt/theme/theme89.xml" ContentType="application/vnd.openxmlformats-officedocument.theme+xml"/>
  <Override PartName="/ppt/theme/theme78.xml" ContentType="application/vnd.openxmlformats-officedocument.theme+xml"/>
  <Override PartName="/ppt/theme/theme47.xml" ContentType="application/vnd.openxmlformats-officedocument.theme+xml"/>
  <Override PartName="/ppt/theme/theme6.xml" ContentType="application/vnd.openxmlformats-officedocument.theme+xml"/>
  <Override PartName="/ppt/theme/theme64.xml" ContentType="application/vnd.openxmlformats-officedocument.theme+xml"/>
  <Override PartName="/ppt/theme/theme15.xml" ContentType="application/vnd.openxmlformats-officedocument.theme+xml"/>
  <Override PartName="/ppt/theme/theme92.xml" ContentType="application/vnd.openxmlformats-officedocument.theme+xml"/>
  <Override PartName="/ppt/theme/theme63.xml" ContentType="application/vnd.openxmlformats-officedocument.theme+xml"/>
  <Override PartName="/ppt/theme/theme69.xml" ContentType="application/vnd.openxmlformats-officedocument.theme+xml"/>
  <Override PartName="/ppt/theme/theme86.xml" ContentType="application/vnd.openxmlformats-officedocument.theme+xml"/>
  <Override PartName="/ppt/theme/theme20.xml" ContentType="application/vnd.openxmlformats-officedocument.theme+xml"/>
  <Override PartName="/ppt/theme/theme61.xml" ContentType="application/vnd.openxmlformats-officedocument.theme+xml"/>
  <Override PartName="/ppt/theme/theme22.xml" ContentType="application/vnd.openxmlformats-officedocument.theme+xml"/>
  <Override PartName="/ppt/theme/theme40.xml" ContentType="application/vnd.openxmlformats-officedocument.theme+xml"/>
  <Override PartName="/ppt/theme/theme21.xml" ContentType="application/vnd.openxmlformats-officedocument.theme+xml"/>
  <Override PartName="/ppt/theme/theme38.xml" ContentType="application/vnd.openxmlformats-officedocument.theme+xml"/>
  <Override PartName="/ppt/theme/theme12.xml" ContentType="application/vnd.openxmlformats-officedocument.theme+xml"/>
  <Override PartName="/ppt/theme/theme84.xml" ContentType="application/vnd.openxmlformats-officedocument.theme+xml"/>
  <Override PartName="/ppt/theme/theme77.xml" ContentType="application/vnd.openxmlformats-officedocument.theme+xml"/>
  <Override PartName="/ppt/theme/theme19.xml" ContentType="application/vnd.openxmlformats-officedocument.theme+xml"/>
  <Override PartName="/ppt/theme/theme26.xml" ContentType="application/vnd.openxmlformats-officedocument.theme+xml"/>
  <Override PartName="/ppt/theme/theme83.xml" ContentType="application/vnd.openxmlformats-officedocument.theme+xml"/>
  <Override PartName="/ppt/theme/theme75.xml" ContentType="application/vnd.openxmlformats-officedocument.theme+xml"/>
  <Override PartName="/ppt/theme/theme1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74.xml" ContentType="application/vnd.openxmlformats-officedocument.theme+xml"/>
  <Override PartName="/ppt/theme/theme82.xml" ContentType="application/vnd.openxmlformats-officedocument.theme+xml"/>
  <Override PartName="/ppt/theme/theme16.xml" ContentType="application/vnd.openxmlformats-officedocument.theme+xml"/>
  <Override PartName="/ppt/theme/theme11.xml" ContentType="application/vnd.openxmlformats-officedocument.theme+xml"/>
  <Override PartName="/ppt/theme/theme93.xml" ContentType="application/vnd.openxmlformats-officedocument.theme+xml"/>
  <Override PartName="/ppt/theme/theme27.xml" ContentType="application/vnd.openxmlformats-officedocument.theme+xml"/>
  <Override PartName="/ppt/theme/theme57.xml" ContentType="application/vnd.openxmlformats-officedocument.theme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68" r:id="rId54"/>
    <p:sldMasterId id="2147483770" r:id="rId55"/>
    <p:sldMasterId id="2147483772" r:id="rId56"/>
    <p:sldMasterId id="2147483774" r:id="rId57"/>
    <p:sldMasterId id="2147483776" r:id="rId58"/>
    <p:sldMasterId id="2147483778" r:id="rId59"/>
    <p:sldMasterId id="2147483780" r:id="rId60"/>
    <p:sldMasterId id="2147483782" r:id="rId61"/>
    <p:sldMasterId id="2147483784" r:id="rId62"/>
    <p:sldMasterId id="2147483786" r:id="rId63"/>
    <p:sldMasterId id="2147483788" r:id="rId64"/>
    <p:sldMasterId id="2147483790" r:id="rId65"/>
    <p:sldMasterId id="2147483792" r:id="rId66"/>
    <p:sldMasterId id="2147483794" r:id="rId67"/>
    <p:sldMasterId id="2147483796" r:id="rId68"/>
    <p:sldMasterId id="2147483798" r:id="rId69"/>
    <p:sldMasterId id="2147483800" r:id="rId70"/>
    <p:sldMasterId id="2147483802" r:id="rId71"/>
    <p:sldMasterId id="2147483804" r:id="rId72"/>
    <p:sldMasterId id="2147483806" r:id="rId73"/>
    <p:sldMasterId id="2147483808" r:id="rId74"/>
    <p:sldMasterId id="2147483810" r:id="rId75"/>
    <p:sldMasterId id="2147483812" r:id="rId76"/>
    <p:sldMasterId id="2147483814" r:id="rId77"/>
    <p:sldMasterId id="2147483816" r:id="rId78"/>
    <p:sldMasterId id="2147483818" r:id="rId79"/>
    <p:sldMasterId id="2147483820" r:id="rId80"/>
    <p:sldMasterId id="2147483822" r:id="rId81"/>
    <p:sldMasterId id="2147483824" r:id="rId82"/>
    <p:sldMasterId id="2147483826" r:id="rId83"/>
    <p:sldMasterId id="2147483828" r:id="rId84"/>
    <p:sldMasterId id="2147483830" r:id="rId85"/>
    <p:sldMasterId id="2147483832" r:id="rId86"/>
    <p:sldMasterId id="2147483834" r:id="rId87"/>
    <p:sldMasterId id="2147483836" r:id="rId88"/>
    <p:sldMasterId id="2147483838" r:id="rId89"/>
    <p:sldMasterId id="2147483840" r:id="rId90"/>
    <p:sldMasterId id="2147483842" r:id="rId91"/>
    <p:sldMasterId id="2147483844" r:id="rId92"/>
    <p:sldMasterId id="2147483846" r:id="rId93"/>
    <p:sldMasterId id="2147483848" r:id="rId94"/>
    <p:sldMasterId id="2147483850" r:id="rId95"/>
    <p:sldMasterId id="2147483852" r:id="rId96"/>
    <p:sldMasterId id="2147483854" r:id="rId97"/>
  </p:sldMasterIdLst>
  <p:sldIdLst>
    <p:sldId id="256" r:id="rId98"/>
    <p:sldId id="257" r:id="rId99"/>
    <p:sldId id="258" r:id="rId100"/>
    <p:sldId id="259" r:id="rId101"/>
    <p:sldId id="260" r:id="rId102"/>
    <p:sldId id="261" r:id="rId103"/>
    <p:sldId id="262" r:id="rId104"/>
    <p:sldId id="263" r:id="rId105"/>
    <p:sldId id="264" r:id="rId106"/>
    <p:sldId id="265" r:id="rId107"/>
    <p:sldId id="266" r:id="rId108"/>
    <p:sldId id="267" r:id="rId109"/>
    <p:sldId id="268" r:id="rId110"/>
    <p:sldId id="269" r:id="rId111"/>
    <p:sldId id="270" r:id="rId112"/>
    <p:sldId id="271" r:id="rId113"/>
    <p:sldId id="272" r:id="rId114"/>
    <p:sldId id="273" r:id="rId115"/>
    <p:sldId id="274" r:id="rId116"/>
    <p:sldId id="275" r:id="rId117"/>
    <p:sldId id="276" r:id="rId118"/>
    <p:sldId id="277" r:id="rId119"/>
    <p:sldId id="278" r:id="rId120"/>
    <p:sldId id="279" r:id="rId1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61.xml"/><Relationship Id="rId55" Type="http://schemas.openxmlformats.org/officeDocument/2006/relationships/slideMaster" Target="slideMasters/slideMaster62.xml"/><Relationship Id="rId56" Type="http://schemas.openxmlformats.org/officeDocument/2006/relationships/slideMaster" Target="slideMasters/slideMaster63.xml"/><Relationship Id="rId57" Type="http://schemas.openxmlformats.org/officeDocument/2006/relationships/slideMaster" Target="slideMasters/slideMaster64.xml"/><Relationship Id="rId58" Type="http://schemas.openxmlformats.org/officeDocument/2006/relationships/slideMaster" Target="slideMasters/slideMaster65.xml"/><Relationship Id="rId59" Type="http://schemas.openxmlformats.org/officeDocument/2006/relationships/slideMaster" Target="slideMasters/slideMaster66.xml"/><Relationship Id="rId60" Type="http://schemas.openxmlformats.org/officeDocument/2006/relationships/slideMaster" Target="slideMasters/slideMaster67.xml"/><Relationship Id="rId61" Type="http://schemas.openxmlformats.org/officeDocument/2006/relationships/slideMaster" Target="slideMasters/slideMaster68.xml"/><Relationship Id="rId62" Type="http://schemas.openxmlformats.org/officeDocument/2006/relationships/slideMaster" Target="slideMasters/slideMaster69.xml"/><Relationship Id="rId63" Type="http://schemas.openxmlformats.org/officeDocument/2006/relationships/slideMaster" Target="slideMasters/slideMaster70.xml"/><Relationship Id="rId64" Type="http://schemas.openxmlformats.org/officeDocument/2006/relationships/slideMaster" Target="slideMasters/slideMaster71.xml"/><Relationship Id="rId65" Type="http://schemas.openxmlformats.org/officeDocument/2006/relationships/slideMaster" Target="slideMasters/slideMaster72.xml"/><Relationship Id="rId66" Type="http://schemas.openxmlformats.org/officeDocument/2006/relationships/slideMaster" Target="slideMasters/slideMaster73.xml"/><Relationship Id="rId67" Type="http://schemas.openxmlformats.org/officeDocument/2006/relationships/slideMaster" Target="slideMasters/slideMaster74.xml"/><Relationship Id="rId68" Type="http://schemas.openxmlformats.org/officeDocument/2006/relationships/slideMaster" Target="slideMasters/slideMaster75.xml"/><Relationship Id="rId69" Type="http://schemas.openxmlformats.org/officeDocument/2006/relationships/slideMaster" Target="slideMasters/slideMaster76.xml"/><Relationship Id="rId70" Type="http://schemas.openxmlformats.org/officeDocument/2006/relationships/slideMaster" Target="slideMasters/slideMaster77.xml"/><Relationship Id="rId71" Type="http://schemas.openxmlformats.org/officeDocument/2006/relationships/slideMaster" Target="slideMasters/slideMaster78.xml"/><Relationship Id="rId72" Type="http://schemas.openxmlformats.org/officeDocument/2006/relationships/slideMaster" Target="slideMasters/slideMaster79.xml"/><Relationship Id="rId73" Type="http://schemas.openxmlformats.org/officeDocument/2006/relationships/slideMaster" Target="slideMasters/slideMaster80.xml"/><Relationship Id="rId74" Type="http://schemas.openxmlformats.org/officeDocument/2006/relationships/slideMaster" Target="slideMasters/slideMaster81.xml"/><Relationship Id="rId75" Type="http://schemas.openxmlformats.org/officeDocument/2006/relationships/slideMaster" Target="slideMasters/slideMaster82.xml"/><Relationship Id="rId76" Type="http://schemas.openxmlformats.org/officeDocument/2006/relationships/slideMaster" Target="slideMasters/slideMaster83.xml"/><Relationship Id="rId77" Type="http://schemas.openxmlformats.org/officeDocument/2006/relationships/slideMaster" Target="slideMasters/slideMaster84.xml"/><Relationship Id="rId78" Type="http://schemas.openxmlformats.org/officeDocument/2006/relationships/slideMaster" Target="slideMasters/slideMaster85.xml"/><Relationship Id="rId79" Type="http://schemas.openxmlformats.org/officeDocument/2006/relationships/slideMaster" Target="slideMasters/slideMaster86.xml"/><Relationship Id="rId80" Type="http://schemas.openxmlformats.org/officeDocument/2006/relationships/slideMaster" Target="slideMasters/slideMaster87.xml"/><Relationship Id="rId81" Type="http://schemas.openxmlformats.org/officeDocument/2006/relationships/slideMaster" Target="slideMasters/slideMaster88.xml"/><Relationship Id="rId82" Type="http://schemas.openxmlformats.org/officeDocument/2006/relationships/slideMaster" Target="slideMasters/slideMaster89.xml"/><Relationship Id="rId83" Type="http://schemas.openxmlformats.org/officeDocument/2006/relationships/slideMaster" Target="slideMasters/slideMaster90.xml"/><Relationship Id="rId84" Type="http://schemas.openxmlformats.org/officeDocument/2006/relationships/slideMaster" Target="slideMasters/slideMaster91.xml"/><Relationship Id="rId85" Type="http://schemas.openxmlformats.org/officeDocument/2006/relationships/slideMaster" Target="slideMasters/slideMaster92.xml"/><Relationship Id="rId86" Type="http://schemas.openxmlformats.org/officeDocument/2006/relationships/slideMaster" Target="slideMasters/slideMaster93.xml"/><Relationship Id="rId87" Type="http://schemas.openxmlformats.org/officeDocument/2006/relationships/slideMaster" Target="slideMasters/slideMaster94.xml"/><Relationship Id="rId88" Type="http://schemas.openxmlformats.org/officeDocument/2006/relationships/slideMaster" Target="slideMasters/slideMaster95.xml"/><Relationship Id="rId89" Type="http://schemas.openxmlformats.org/officeDocument/2006/relationships/slideMaster" Target="slideMasters/slideMaster96.xml"/><Relationship Id="rId90" Type="http://schemas.openxmlformats.org/officeDocument/2006/relationships/slideMaster" Target="slideMasters/slideMaster97.xml"/><Relationship Id="rId91" Type="http://schemas.openxmlformats.org/officeDocument/2006/relationships/slideMaster" Target="slideMasters/slideMaster98.xml"/><Relationship Id="rId92" Type="http://schemas.openxmlformats.org/officeDocument/2006/relationships/slideMaster" Target="slideMasters/slideMaster99.xml"/><Relationship Id="rId93" Type="http://schemas.openxmlformats.org/officeDocument/2006/relationships/slideMaster" Target="slideMasters/slideMaster100.xml"/><Relationship Id="rId94" Type="http://schemas.openxmlformats.org/officeDocument/2006/relationships/slideMaster" Target="slideMasters/slideMaster101.xml"/><Relationship Id="rId95" Type="http://schemas.openxmlformats.org/officeDocument/2006/relationships/slideMaster" Target="slideMasters/slideMaster102.xml"/><Relationship Id="rId96" Type="http://schemas.openxmlformats.org/officeDocument/2006/relationships/slideMaster" Target="slideMasters/slideMaster103.xml"/><Relationship Id="rId97" Type="http://schemas.openxmlformats.org/officeDocument/2006/relationships/slideMaster" Target="slideMasters/slideMaster104.xml"/><Relationship Id="rId98" Type="http://schemas.openxmlformats.org/officeDocument/2006/relationships/slide" Target="slides/slide1.xml"/><Relationship Id="rId99" Type="http://schemas.openxmlformats.org/officeDocument/2006/relationships/slide" Target="slides/slide2.xml"/><Relationship Id="rId100" Type="http://schemas.openxmlformats.org/officeDocument/2006/relationships/slide" Target="slides/slide3.xml"/><Relationship Id="rId101" Type="http://schemas.openxmlformats.org/officeDocument/2006/relationships/slide" Target="slides/slide4.xml"/><Relationship Id="rId102" Type="http://schemas.openxmlformats.org/officeDocument/2006/relationships/slide" Target="slides/slide5.xml"/><Relationship Id="rId103" Type="http://schemas.openxmlformats.org/officeDocument/2006/relationships/slide" Target="slides/slide6.xml"/><Relationship Id="rId104" Type="http://schemas.openxmlformats.org/officeDocument/2006/relationships/slide" Target="slides/slide7.xml"/><Relationship Id="rId105" Type="http://schemas.openxmlformats.org/officeDocument/2006/relationships/slide" Target="slides/slide8.xml"/><Relationship Id="rId106" Type="http://schemas.openxmlformats.org/officeDocument/2006/relationships/slide" Target="slides/slide9.xml"/><Relationship Id="rId107" Type="http://schemas.openxmlformats.org/officeDocument/2006/relationships/slide" Target="slides/slide10.xml"/><Relationship Id="rId108" Type="http://schemas.openxmlformats.org/officeDocument/2006/relationships/slide" Target="slides/slide11.xml"/><Relationship Id="rId109" Type="http://schemas.openxmlformats.org/officeDocument/2006/relationships/slide" Target="slides/slide12.xml"/><Relationship Id="rId110" Type="http://schemas.openxmlformats.org/officeDocument/2006/relationships/slide" Target="slides/slide13.xml"/><Relationship Id="rId111" Type="http://schemas.openxmlformats.org/officeDocument/2006/relationships/slide" Target="slides/slide14.xml"/><Relationship Id="rId112" Type="http://schemas.openxmlformats.org/officeDocument/2006/relationships/slide" Target="slides/slide15.xml"/><Relationship Id="rId113" Type="http://schemas.openxmlformats.org/officeDocument/2006/relationships/slide" Target="slides/slide16.xml"/><Relationship Id="rId114" Type="http://schemas.openxmlformats.org/officeDocument/2006/relationships/slide" Target="slides/slide17.xml"/><Relationship Id="rId115" Type="http://schemas.openxmlformats.org/officeDocument/2006/relationships/slide" Target="slides/slide18.xml"/><Relationship Id="rId116" Type="http://schemas.openxmlformats.org/officeDocument/2006/relationships/slide" Target="slides/slide19.xml"/><Relationship Id="rId117" Type="http://schemas.openxmlformats.org/officeDocument/2006/relationships/slide" Target="slides/slide20.xml"/><Relationship Id="rId118" Type="http://schemas.openxmlformats.org/officeDocument/2006/relationships/slide" Target="slides/slide21.xml"/><Relationship Id="rId119" Type="http://schemas.openxmlformats.org/officeDocument/2006/relationships/slide" Target="slides/slide22.xml"/><Relationship Id="rId120" Type="http://schemas.openxmlformats.org/officeDocument/2006/relationships/slide" Target="slides/slide23.xml"/><Relationship Id="rId121" Type="http://schemas.openxmlformats.org/officeDocument/2006/relationships/slide" Target="slides/slide24.xml"/><Relationship Id="rId1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<Relationship Id="rId2" Type="http://schemas.openxmlformats.org/officeDocument/2006/relationships/image" Target="../media/image1.png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6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7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0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1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2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3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4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5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6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8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0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1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2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3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F1EC76-B567-4267-AFEE-3D695B5FCA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6EA4FD-6F96-45D3-B5CD-8945BA7D6D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7CE857-4BE7-40D2-BA24-47FA84F0DC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3A7C8EE-E7AC-411C-993B-5EFB2E9C35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AC755D3-152A-4F09-972E-67683C7B99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3D524BC-18D8-418F-ABAC-1B9A7FB353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7BB84D2-FEF0-4261-86D1-BD7D53C8C7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403D60C-F0C5-453A-8B54-120C001195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5FF5E2B-3092-4B93-AADC-78ECEA97DA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ADFCC6C-DF7F-4404-999A-3694271D97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3691743-5C88-4BA2-8DF6-07B2B5DC4F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293047DA-2666-4F22-829F-8148590BD0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02AE600-E176-4284-8E95-A393FD3473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0D4E02A-0016-46F7-B1E0-90AB04187A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55B6BC35-240C-4B54-BBF9-A02180E890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467F541-7907-4373-B03A-9A2E4D400F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8B27E41-83CE-4017-BB16-2A04AEFA55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0D65482B-D9CD-4A55-A37E-8258EC2CA9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1ED1134B-0FB7-4E29-97E4-A531A3CC7F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7711208C-8D6A-468F-8D82-9910AE4ECC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1077DB23-4F89-409A-8093-FC32110D61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52CD0179-40FA-4632-9430-3B10AA6448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C12FD928-BFBE-4031-BAE6-E69778E9F1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048A90C0-203C-4BB1-A851-CF105B3C06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4AB6EF04-AF8F-4E58-9C04-BFF43C7243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5B535E6C-2FBA-40FE-A279-E980606AAA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4BADFE37-AC3A-4789-BEC2-E7E66203F4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45C81AE0-F744-4F9C-B416-BC02B890C8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AC24207D-AC02-4F85-8C78-047A1B693B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41ED000B-100D-44C7-A3AD-168CA7A932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4864AD23-0494-4A19-8935-68541CB74E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18824501-4447-4A24-8EEE-EAC1B80B53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4827B45C-AC89-4319-BCE5-88D2BE0A87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C737DB5B-4B2E-4AAE-B131-DDB77454DE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EC643CC2-4C13-41C5-A6FA-484353854F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8644E356-586B-48EC-A917-408068D02A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3FEF67C5-6BBE-4E03-9E7B-61E77D9C7A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D433450A-1158-4D90-9D24-1F518DE141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99400102-F355-4F3A-8E51-E0F4E59D9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0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ftr" idx="11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 type="sldNum" idx="11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4E87AE-FD53-4139-B7C7-3F86CAD903E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PlaceHolder 5"/>
          <p:cNvSpPr>
            <a:spLocks noGrp="1"/>
          </p:cNvSpPr>
          <p:nvPr>
            <p:ph type="dt" idx="12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3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PlaceHolder 1"/>
          <p:cNvSpPr>
            <a:spLocks noGrp="1"/>
          </p:cNvSpPr>
          <p:nvPr>
            <p:ph type="ftr" idx="13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sldNum" idx="13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CA492C-9389-456B-84FF-864699A3320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dt" idx="13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1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PlaceHolder 1"/>
          <p:cNvSpPr>
            <a:spLocks noGrp="1"/>
          </p:cNvSpPr>
          <p:nvPr>
            <p:ph type="ftr" idx="12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sldNum" idx="12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8B6575-6801-4A04-A534-CBCE71E2533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dt" idx="12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2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PlaceHolder 1"/>
          <p:cNvSpPr>
            <a:spLocks noGrp="1"/>
          </p:cNvSpPr>
          <p:nvPr>
            <p:ph type="ftr" idx="13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 type="sldNum" idx="13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785F14-15D6-422B-AA0C-86E967F9248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dt" idx="13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0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PlaceHolder 1"/>
          <p:cNvSpPr>
            <a:spLocks noGrp="1"/>
          </p:cNvSpPr>
          <p:nvPr>
            <p:ph type="ftr" idx="12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sldNum" idx="12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CDF1D8-98CF-4ED5-8F9C-57F9D95580D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dt" idx="12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4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PlaceHolder 1"/>
          <p:cNvSpPr>
            <a:spLocks noGrp="1"/>
          </p:cNvSpPr>
          <p:nvPr>
            <p:ph type="ftr" idx="13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ldNum" idx="14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C25093-DE4D-4864-8E67-AC555EA60840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dt" idx="14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5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PlaceHolder 1"/>
          <p:cNvSpPr>
            <a:spLocks noGrp="1"/>
          </p:cNvSpPr>
          <p:nvPr>
            <p:ph type="ftr" idx="14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sldNum" idx="14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353473-87B3-4D2E-AFCE-18BACA75AB0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dt" idx="14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3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PlaceHolder 1"/>
          <p:cNvSpPr>
            <a:spLocks noGrp="1"/>
          </p:cNvSpPr>
          <p:nvPr>
            <p:ph type="ftr" idx="13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sldNum" idx="13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E7B4ED-0573-46CA-A70E-E38E622FA22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dt" idx="13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2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PlaceHolder 1"/>
          <p:cNvSpPr>
            <a:spLocks noGrp="1"/>
          </p:cNvSpPr>
          <p:nvPr>
            <p:ph type="ftr" idx="12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 type="sldNum" idx="12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5DCCEC-4E68-407E-BD57-52769C83667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dt" idx="12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5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PlaceHolder 1"/>
          <p:cNvSpPr>
            <a:spLocks noGrp="1"/>
          </p:cNvSpPr>
          <p:nvPr>
            <p:ph type="ftr" idx="14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 type="sldNum" idx="14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119B48-7DDD-4C63-89CB-90FB2D507AF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dt" idx="14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6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5"/>
          <p:cNvSpPr>
            <a:spLocks noGrp="1"/>
          </p:cNvSpPr>
          <p:nvPr>
            <p:ph type="ftr" idx="14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PlaceHolder 6"/>
          <p:cNvSpPr>
            <a:spLocks noGrp="1"/>
          </p:cNvSpPr>
          <p:nvPr>
            <p:ph type="sldNum" idx="14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EC7776-0152-4157-901B-9E8B09CF864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PlaceHolder 7"/>
          <p:cNvSpPr>
            <a:spLocks noGrp="1"/>
          </p:cNvSpPr>
          <p:nvPr>
            <p:ph type="dt" idx="15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7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5"/>
          <p:cNvSpPr>
            <a:spLocks noGrp="1"/>
          </p:cNvSpPr>
          <p:nvPr>
            <p:ph type="ftr" idx="15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PlaceHolder 6"/>
          <p:cNvSpPr>
            <a:spLocks noGrp="1"/>
          </p:cNvSpPr>
          <p:nvPr>
            <p:ph type="sldNum" idx="15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477869-25FB-4D98-B95B-437152A5F13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PlaceHolder 7"/>
          <p:cNvSpPr>
            <a:spLocks noGrp="1"/>
          </p:cNvSpPr>
          <p:nvPr>
            <p:ph type="dt" idx="15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8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 type="ftr" idx="15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15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94BC9F-1BCA-4421-9A31-AD98AB863B6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PlaceHolder 4"/>
          <p:cNvSpPr>
            <a:spLocks noGrp="1"/>
          </p:cNvSpPr>
          <p:nvPr>
            <p:ph type="dt" idx="15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88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5"/>
          <p:cNvSpPr>
            <a:spLocks noGrp="1"/>
          </p:cNvSpPr>
          <p:nvPr>
            <p:ph type="ftr" idx="15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PlaceHolder 6"/>
          <p:cNvSpPr>
            <a:spLocks noGrp="1"/>
          </p:cNvSpPr>
          <p:nvPr>
            <p:ph type="sldNum" idx="15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83874-F28E-4682-9F46-2F85C6B9722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PlaceHolder 7"/>
          <p:cNvSpPr>
            <a:spLocks noGrp="1"/>
          </p:cNvSpPr>
          <p:nvPr>
            <p:ph type="dt" idx="15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9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4"/>
          <p:cNvSpPr>
            <a:spLocks noGrp="1"/>
          </p:cNvSpPr>
          <p:nvPr>
            <p:ph type="ftr" idx="16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PlaceHolder 5"/>
          <p:cNvSpPr>
            <a:spLocks noGrp="1"/>
          </p:cNvSpPr>
          <p:nvPr>
            <p:ph type="sldNum" idx="16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F7FC21-56EF-43D2-8BBD-FDFA9820F99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PlaceHolder 6"/>
          <p:cNvSpPr>
            <a:spLocks noGrp="1"/>
          </p:cNvSpPr>
          <p:nvPr>
            <p:ph type="dt" idx="16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0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6"/>
          <p:cNvSpPr>
            <a:spLocks noGrp="1"/>
          </p:cNvSpPr>
          <p:nvPr>
            <p:ph type="ftr" idx="16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PlaceHolder 7"/>
          <p:cNvSpPr>
            <a:spLocks noGrp="1"/>
          </p:cNvSpPr>
          <p:nvPr>
            <p:ph type="sldNum" idx="16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A17A61-9D46-4C96-8645-527C8AC532C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PlaceHolder 8"/>
          <p:cNvSpPr>
            <a:spLocks noGrp="1"/>
          </p:cNvSpPr>
          <p:nvPr>
            <p:ph type="dt" idx="16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1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 type="ftr" idx="16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PlaceHolder 5"/>
          <p:cNvSpPr>
            <a:spLocks noGrp="1"/>
          </p:cNvSpPr>
          <p:nvPr>
            <p:ph type="sldNum" idx="16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35E7AE-459C-42D9-BDB2-2C4E8BEEE22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PlaceHolder 6"/>
          <p:cNvSpPr>
            <a:spLocks noGrp="1"/>
          </p:cNvSpPr>
          <p:nvPr>
            <p:ph type="dt" idx="16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0"/>
          </p:nvPr>
        </p:nvSpPr>
        <p:spPr/>
        <p:txBody>
          <a:bodyPr/>
          <a:p>
            <a:fld id="{87064D6E-DFDC-4B25-AEC8-0F109E3B28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3"/>
          </p:nvPr>
        </p:nvSpPr>
        <p:spPr/>
        <p:txBody>
          <a:bodyPr/>
          <a:p>
            <a:fld id="{AD3C4F82-5E12-4855-8388-AF1E40E56A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6"/>
          </p:nvPr>
        </p:nvSpPr>
        <p:spPr/>
        <p:txBody>
          <a:bodyPr/>
          <a:p>
            <a:fld id="{A6D8B4DD-FE20-4286-9A9F-B211B37603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9"/>
          </p:nvPr>
        </p:nvSpPr>
        <p:spPr/>
        <p:txBody>
          <a:bodyPr/>
          <a:p>
            <a:fld id="{4C29706A-31DA-4D18-BC98-D97E6E5E55F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2"/>
          </p:nvPr>
        </p:nvSpPr>
        <p:spPr/>
        <p:txBody>
          <a:bodyPr/>
          <a:p>
            <a:fld id="{F653C467-64FE-4109-A6B9-744206CCB5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5"/>
          </p:nvPr>
        </p:nvSpPr>
        <p:spPr/>
        <p:txBody>
          <a:bodyPr/>
          <a:p>
            <a:fld id="{C4689A2C-80E0-4CFF-9DBC-DAAD5B79AC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8"/>
          </p:nvPr>
        </p:nvSpPr>
        <p:spPr/>
        <p:txBody>
          <a:bodyPr/>
          <a:p>
            <a:fld id="{032D2E3A-AEFB-4DEE-8216-AF888648A0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1"/>
          </p:nvPr>
        </p:nvSpPr>
        <p:spPr/>
        <p:txBody>
          <a:bodyPr/>
          <a:p>
            <a:fld id="{2974D870-5B72-484D-B1FE-862DF11DE3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4"/>
          </p:nvPr>
        </p:nvSpPr>
        <p:spPr/>
        <p:txBody>
          <a:bodyPr/>
          <a:p>
            <a:fld id="{65301615-6932-4981-BB81-DE363B6DAB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7"/>
          </p:nvPr>
        </p:nvSpPr>
        <p:spPr/>
        <p:txBody>
          <a:bodyPr/>
          <a:p>
            <a:fld id="{605FE718-DA93-4626-80ED-4BC61D5F44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0"/>
          </p:nvPr>
        </p:nvSpPr>
        <p:spPr/>
        <p:txBody>
          <a:bodyPr/>
          <a:p>
            <a:fld id="{813107C3-674C-4592-BD34-F3FD591205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3"/>
          </p:nvPr>
        </p:nvSpPr>
        <p:spPr/>
        <p:txBody>
          <a:bodyPr/>
          <a:p>
            <a:fld id="{35D7BB8F-245A-49FE-8E4F-7E8F5DBB6E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6"/>
          </p:nvPr>
        </p:nvSpPr>
        <p:spPr/>
        <p:txBody>
          <a:bodyPr/>
          <a:p>
            <a:fld id="{08AB878E-4059-4B07-8AA6-C894AC2E3B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9"/>
          </p:nvPr>
        </p:nvSpPr>
        <p:spPr/>
        <p:txBody>
          <a:bodyPr/>
          <a:p>
            <a:fld id="{4FD4A57B-0087-4285-9148-F096333E27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2"/>
          </p:nvPr>
        </p:nvSpPr>
        <p:spPr/>
        <p:txBody>
          <a:bodyPr/>
          <a:p>
            <a:fld id="{D750C4BD-AE41-489B-9851-245D78AA67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5"/>
          </p:nvPr>
        </p:nvSpPr>
        <p:spPr/>
        <p:txBody>
          <a:bodyPr/>
          <a:p>
            <a:fld id="{8634D3DD-0152-4A85-A1DC-6020422F23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8"/>
          </p:nvPr>
        </p:nvSpPr>
        <p:spPr/>
        <p:txBody>
          <a:bodyPr/>
          <a:p>
            <a:fld id="{55107EC9-7872-49A3-910A-9D12394D60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1"/>
          </p:nvPr>
        </p:nvSpPr>
        <p:spPr/>
        <p:txBody>
          <a:bodyPr/>
          <a:p>
            <a:fld id="{BB93D85F-882A-4A19-BF56-70BD973D14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4"/>
          </p:nvPr>
        </p:nvSpPr>
        <p:spPr/>
        <p:txBody>
          <a:bodyPr/>
          <a:p>
            <a:fld id="{D78DF393-7D59-42A8-8F4E-06440873FE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27"/>
          </p:nvPr>
        </p:nvSpPr>
        <p:spPr/>
        <p:txBody>
          <a:bodyPr/>
          <a:p>
            <a:fld id="{E4B0EFA6-B6B4-4E56-8C4B-20532B65D9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2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0"/>
          </p:nvPr>
        </p:nvSpPr>
        <p:spPr/>
        <p:txBody>
          <a:bodyPr/>
          <a:p>
            <a:fld id="{4E556F2D-9B2C-4377-BFCA-B2138A0B62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3"/>
          </p:nvPr>
        </p:nvSpPr>
        <p:spPr/>
        <p:txBody>
          <a:bodyPr/>
          <a:p>
            <a:fld id="{5B2ECEE0-4EFD-4923-8B5B-A3838B4443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36"/>
          </p:nvPr>
        </p:nvSpPr>
        <p:spPr/>
        <p:txBody>
          <a:bodyPr/>
          <a:p>
            <a:fld id="{1A857F23-0728-4752-BD54-2F29F58B9C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3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9"/>
          </p:nvPr>
        </p:nvSpPr>
        <p:spPr/>
        <p:txBody>
          <a:bodyPr/>
          <a:p>
            <a:fld id="{84FA3F3E-2655-403B-9DCA-BECBD23C25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2"/>
          </p:nvPr>
        </p:nvSpPr>
        <p:spPr/>
        <p:txBody>
          <a:bodyPr/>
          <a:p>
            <a:fld id="{4AD5E94E-1BC1-4731-ABCE-EAEF3F8BB4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5"/>
          </p:nvPr>
        </p:nvSpPr>
        <p:spPr/>
        <p:txBody>
          <a:bodyPr/>
          <a:p>
            <a:fld id="{4F7D2443-F371-44BE-8916-4E2203EE2F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8"/>
          </p:nvPr>
        </p:nvSpPr>
        <p:spPr/>
        <p:txBody>
          <a:bodyPr/>
          <a:p>
            <a:fld id="{926F15CC-4BD1-4B9B-B2A5-24C8DAE47A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51"/>
          </p:nvPr>
        </p:nvSpPr>
        <p:spPr/>
        <p:txBody>
          <a:bodyPr/>
          <a:p>
            <a:fld id="{CCBD35D7-9C17-4F85-87F5-AFB851181C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4"/>
          </p:nvPr>
        </p:nvSpPr>
        <p:spPr/>
        <p:txBody>
          <a:bodyPr/>
          <a:p>
            <a:fld id="{9FB06154-05DC-4F7E-BF4C-30417F9BBF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57"/>
          </p:nvPr>
        </p:nvSpPr>
        <p:spPr/>
        <p:txBody>
          <a:bodyPr/>
          <a:p>
            <a:fld id="{1B783174-3AF1-4394-ABB6-13EEE99B4B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5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0"/>
          </p:nvPr>
        </p:nvSpPr>
        <p:spPr/>
        <p:txBody>
          <a:bodyPr/>
          <a:p>
            <a:fld id="{C09C33A8-C7AD-4099-BF63-19CB2EF6BE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3"/>
          </p:nvPr>
        </p:nvSpPr>
        <p:spPr/>
        <p:txBody>
          <a:bodyPr/>
          <a:p>
            <a:fld id="{4BB514FE-A77C-4212-8F4C-DB88EF82D7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6"/>
          </p:nvPr>
        </p:nvSpPr>
        <p:spPr/>
        <p:txBody>
          <a:bodyPr/>
          <a:p>
            <a:fld id="{CDD202B3-33D4-4A4B-9271-7BB86AC3E4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9"/>
          </p:nvPr>
        </p:nvSpPr>
        <p:spPr/>
        <p:txBody>
          <a:bodyPr/>
          <a:p>
            <a:fld id="{55D11EDD-162D-4E2C-9E3E-84538C7577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7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2"/>
          </p:nvPr>
        </p:nvSpPr>
        <p:spPr/>
        <p:txBody>
          <a:bodyPr/>
          <a:p>
            <a:fld id="{8D94AF52-0298-4D66-AAF3-F9DFF263A1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7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5"/>
          </p:nvPr>
        </p:nvSpPr>
        <p:spPr/>
        <p:txBody>
          <a:bodyPr/>
          <a:p>
            <a:fld id="{DA40A309-49CA-4E55-AE6C-C3DB30EF87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8"/>
          </p:nvPr>
        </p:nvSpPr>
        <p:spPr/>
        <p:txBody>
          <a:bodyPr/>
          <a:p>
            <a:fld id="{6EF982E6-D72F-438C-A4ED-14D1ACDD2F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1"/>
          </p:nvPr>
        </p:nvSpPr>
        <p:spPr/>
        <p:txBody>
          <a:bodyPr/>
          <a:p>
            <a:fld id="{436B98B2-6C47-46F6-AEBE-E34DFA0AFC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4"/>
          </p:nvPr>
        </p:nvSpPr>
        <p:spPr/>
        <p:txBody>
          <a:bodyPr/>
          <a:p>
            <a:fld id="{7833353C-14DA-496B-AFDA-07277DB40F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8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7"/>
          </p:nvPr>
        </p:nvSpPr>
        <p:spPr/>
        <p:txBody>
          <a:bodyPr/>
          <a:p>
            <a:fld id="{3AB40FE7-900A-47DD-A487-F0BDD7A34F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8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0"/>
          </p:nvPr>
        </p:nvSpPr>
        <p:spPr/>
        <p:txBody>
          <a:bodyPr/>
          <a:p>
            <a:fld id="{F74DF1B1-74A6-488E-952C-9BD34F6E5A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3"/>
          </p:nvPr>
        </p:nvSpPr>
        <p:spPr/>
        <p:txBody>
          <a:bodyPr/>
          <a:p>
            <a:fld id="{05EC4B47-9E19-44D8-9396-EE045F57CD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6"/>
          </p:nvPr>
        </p:nvSpPr>
        <p:spPr/>
        <p:txBody>
          <a:bodyPr/>
          <a:p>
            <a:fld id="{BBA39356-9461-48F0-BFB4-8FBCC9699A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99"/>
          </p:nvPr>
        </p:nvSpPr>
        <p:spPr/>
        <p:txBody>
          <a:bodyPr/>
          <a:p>
            <a:fld id="{52A00601-C992-4346-A6F7-88F70C5A10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0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9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0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1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2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3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4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5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6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7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8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9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0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1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2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3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4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5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6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7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8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9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0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1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2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3.xml"/>
</Relationships>
</file>

<file path=ppt/slideMasters/_rels/slideMaster86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4.xml"/>
</Relationships>
</file>

<file path=ppt/slideMasters/_rels/slideMaster87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5.xml"/>
</Relationships>
</file>

<file path=ppt/slideMasters/_rels/slideMaster88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6.xml"/>
</Relationships>
</file>

<file path=ppt/slideMasters/_rels/slideMaster89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7.xml"/>
</Relationships>
</file>

<file path=ppt/slideMasters/_rels/slideMaster90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8.xml"/>
</Relationships>
</file>

<file path=ppt/slideMasters/_rels/slideMaster91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9.xml"/>
</Relationships>
</file>

<file path=ppt/slideMasters/_rels/slideMaster92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0.xml"/>
</Relationships>
</file>

<file path=ppt/slideMasters/_rels/slideMaster93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1.xml"/>
</Relationships>
</file>

<file path=ppt/slideMasters/_rels/slideMaster94.xml.rels><?xml version="1.0" encoding="UTF-8"?>
<Relationships xmlns="http://schemas.openxmlformats.org/package/2006/relationships"><Relationship Id="rId1" Type="http://schemas.openxmlformats.org/officeDocument/2006/relationships/theme" Target="../theme/theme8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2.xml"/>
</Relationships>
</file>

<file path=ppt/slideMasters/_rels/slideMaster95.xml.rels><?xml version="1.0" encoding="UTF-8"?>
<Relationships xmlns="http://schemas.openxmlformats.org/package/2006/relationships"><Relationship Id="rId1" Type="http://schemas.openxmlformats.org/officeDocument/2006/relationships/theme" Target="../theme/theme8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3.xml"/>
</Relationships>
</file>

<file path=ppt/slideMasters/_rels/slideMaster96.xml.rels><?xml version="1.0" encoding="UTF-8"?>
<Relationships xmlns="http://schemas.openxmlformats.org/package/2006/relationships"><Relationship Id="rId1" Type="http://schemas.openxmlformats.org/officeDocument/2006/relationships/theme" Target="../theme/theme8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4.xml"/>
</Relationships>
</file>

<file path=ppt/slideMasters/_rels/slideMaster97.xml.rels><?xml version="1.0" encoding="UTF-8"?>
<Relationships xmlns="http://schemas.openxmlformats.org/package/2006/relationships"><Relationship Id="rId1" Type="http://schemas.openxmlformats.org/officeDocument/2006/relationships/theme" Target="../theme/theme8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5.xml"/>
</Relationships>
</file>

<file path=ppt/slideMasters/_rels/slideMaster98.xml.rels><?xml version="1.0" encoding="UTF-8"?>
<Relationships xmlns="http://schemas.openxmlformats.org/package/2006/relationships"><Relationship Id="rId1" Type="http://schemas.openxmlformats.org/officeDocument/2006/relationships/theme" Target="../theme/theme9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6.xml"/>
</Relationships>
</file>

<file path=ppt/slideMasters/_rels/slideMaster99.xml.rels><?xml version="1.0" encoding="UTF-8"?>
<Relationships xmlns="http://schemas.openxmlformats.org/package/2006/relationships"><Relationship Id="rId1" Type="http://schemas.openxmlformats.org/officeDocument/2006/relationships/theme" Target="../theme/theme9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7.xml"/>
</Relationships>
</file>

<file path=ppt/slideMasters/_rels/slideMaster100.xml.rels><?xml version="1.0" encoding="UTF-8"?>
<Relationships xmlns="http://schemas.openxmlformats.org/package/2006/relationships"><Relationship Id="rId1" Type="http://schemas.openxmlformats.org/officeDocument/2006/relationships/theme" Target="../theme/theme9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8.xml"/>
</Relationships>
</file>

<file path=ppt/slideMasters/_rels/slideMaster101.xml.rels><?xml version="1.0" encoding="UTF-8"?>
<Relationships xmlns="http://schemas.openxmlformats.org/package/2006/relationships"><Relationship Id="rId1" Type="http://schemas.openxmlformats.org/officeDocument/2006/relationships/theme" Target="../theme/theme9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9.xml"/>
</Relationships>
</file>

<file path=ppt/slideMasters/_rels/slideMaster102.xml.rels><?xml version="1.0" encoding="UTF-8"?>
<Relationships xmlns="http://schemas.openxmlformats.org/package/2006/relationships"><Relationship Id="rId1" Type="http://schemas.openxmlformats.org/officeDocument/2006/relationships/theme" Target="../theme/theme9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0.xml"/>
</Relationships>
</file>

<file path=ppt/slideMasters/_rels/slideMaster103.xml.rels><?xml version="1.0" encoding="UTF-8"?>
<Relationships xmlns="http://schemas.openxmlformats.org/package/2006/relationships"><Relationship Id="rId1" Type="http://schemas.openxmlformats.org/officeDocument/2006/relationships/theme" Target="../theme/theme9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1.xml"/>
</Relationships>
</file>

<file path=ppt/slideMasters/_rels/slideMaster104.xml.rels><?xml version="1.0" encoding="UTF-8"?>
<Relationships xmlns="http://schemas.openxmlformats.org/package/2006/relationships"><Relationship Id="rId1" Type="http://schemas.openxmlformats.org/officeDocument/2006/relationships/theme" Target="../theme/theme9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1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9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5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5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1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5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7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UCL Branding background"/>
          <p:cNvSpPr/>
          <p:nvPr/>
        </p:nvSpPr>
        <p:spPr>
          <a:xfrm>
            <a:off x="0" y="0"/>
            <a:ext cx="12189240" cy="142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9" name="UCL Branding"/>
          <p:cNvPicPr/>
          <p:nvPr/>
        </p:nvPicPr>
        <p:blipFill>
          <a:blip r:embed="rId3"/>
          <a:stretch/>
        </p:blipFill>
        <p:spPr>
          <a:xfrm>
            <a:off x="0" y="0"/>
            <a:ext cx="12189240" cy="13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ftr" idx="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790D0D-192B-4FFE-A8A2-4BD486C3E4F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574909-5AD9-4856-99B8-593F618A2090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dt" idx="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ftr" idx="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 type="sldNum" idx="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943A9C-77BB-4CFF-A92E-739CF51B242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8"/>
          <p:cNvSpPr>
            <a:spLocks noGrp="1"/>
          </p:cNvSpPr>
          <p:nvPr>
            <p:ph type="dt" idx="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ftr" idx="1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1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96D366-89F6-47CE-A669-4A00279A982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1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ftr" idx="1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sldNum" idx="1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411052-358F-4F77-8232-C5E7356C4E33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dt" idx="1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ftr" idx="1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sldNum" idx="1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F027D2-AE76-446D-A963-868568CDE57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dt" idx="1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ftr" idx="1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sldNum" idx="2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3ED50F-751A-40A3-A855-802AAAD5AE7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 type="dt" idx="2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2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228596-7861-4D8B-BC65-500BEF73C16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dt" idx="2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ftr" idx="2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2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ECA2CC-B818-42CA-B670-6154FD7CFDD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dt" idx="2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8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ftr" idx="2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sldNum" idx="2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081B4B-9341-4171-90C3-9392E7C18F8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dt" idx="3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0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ftr" idx="3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sldNum" idx="3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B8A073-11A9-4A7C-BA17-205F61FEAA50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 type="dt" idx="3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1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ftr" idx="3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6"/>
          <p:cNvSpPr>
            <a:spLocks noGrp="1"/>
          </p:cNvSpPr>
          <p:nvPr>
            <p:ph type="sldNum" idx="3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50E7AB-58FE-43E0-80BD-E0360049AC6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7"/>
          <p:cNvSpPr>
            <a:spLocks noGrp="1"/>
          </p:cNvSpPr>
          <p:nvPr>
            <p:ph type="dt" idx="3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2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PlaceHolder 1"/>
          <p:cNvSpPr>
            <a:spLocks noGrp="1"/>
          </p:cNvSpPr>
          <p:nvPr>
            <p:ph type="ftr" idx="3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ldNum" idx="3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867CFB-0156-4222-806F-D85B70C019B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dt" idx="3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3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ftr" idx="4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sldNum" idx="4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BC5FDE-22EB-4A13-BB9C-994510FC4E6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6"/>
          <p:cNvSpPr>
            <a:spLocks noGrp="1"/>
          </p:cNvSpPr>
          <p:nvPr>
            <p:ph type="dt" idx="4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4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 type="ftr" idx="4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7"/>
          <p:cNvSpPr>
            <a:spLocks noGrp="1"/>
          </p:cNvSpPr>
          <p:nvPr>
            <p:ph type="sldNum" idx="4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6A2294-0D08-487E-8473-323D94A993A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8"/>
          <p:cNvSpPr>
            <a:spLocks noGrp="1"/>
          </p:cNvSpPr>
          <p:nvPr>
            <p:ph type="dt" idx="4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0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PlaceHolder 1"/>
          <p:cNvSpPr>
            <a:spLocks noGrp="1"/>
          </p:cNvSpPr>
          <p:nvPr>
            <p:ph type="ftr" idx="4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4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F99D11-83A0-4CD6-9532-E29566DFFCB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dt" idx="4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ftr" idx="4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sldNum" idx="5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2DB6B4-8FB5-4FE6-8289-4CF22155FAF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dt" idx="5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7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ftr" idx="5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 type="sldNum" idx="5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A3D705-B5A7-4F30-8B39-93B95B9FE96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 type="dt" idx="5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8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ftr" idx="5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sldNum" idx="5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B7F84E-D34D-43A4-8474-DB397F3D6FC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PlaceHolder 6"/>
          <p:cNvSpPr>
            <a:spLocks noGrp="1"/>
          </p:cNvSpPr>
          <p:nvPr>
            <p:ph type="dt" idx="5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9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ftr" idx="5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5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3B1406-B80E-4869-9D9B-F6DADE9F6F8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dt" idx="6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0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PlaceHolder 1"/>
          <p:cNvSpPr>
            <a:spLocks noGrp="1"/>
          </p:cNvSpPr>
          <p:nvPr>
            <p:ph type="ftr" idx="6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sldNum" idx="6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2FEF0F-A0A9-4348-9173-A18830784493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dt" idx="6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0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ftr" idx="6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6"/>
          <p:cNvSpPr>
            <a:spLocks noGrp="1"/>
          </p:cNvSpPr>
          <p:nvPr>
            <p:ph type="sldNum" idx="6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4932F3-A329-49AB-ADFE-74C13E6D9F4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7"/>
          <p:cNvSpPr>
            <a:spLocks noGrp="1"/>
          </p:cNvSpPr>
          <p:nvPr>
            <p:ph type="dt" idx="6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1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5"/>
          <p:cNvSpPr>
            <a:spLocks noGrp="1"/>
          </p:cNvSpPr>
          <p:nvPr>
            <p:ph type="ftr" idx="6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6"/>
          <p:cNvSpPr>
            <a:spLocks noGrp="1"/>
          </p:cNvSpPr>
          <p:nvPr>
            <p:ph type="sldNum" idx="6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E1A630-6114-4152-95A0-0D6579499F8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7"/>
          <p:cNvSpPr>
            <a:spLocks noGrp="1"/>
          </p:cNvSpPr>
          <p:nvPr>
            <p:ph type="dt" idx="6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3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3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ftr" idx="7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6"/>
          <p:cNvSpPr>
            <a:spLocks noGrp="1"/>
          </p:cNvSpPr>
          <p:nvPr>
            <p:ph type="sldNum" idx="7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75BB94-7C57-485E-B822-71376FD0C3A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7"/>
          <p:cNvSpPr>
            <a:spLocks noGrp="1"/>
          </p:cNvSpPr>
          <p:nvPr>
            <p:ph type="dt" idx="7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4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PlaceHolder 1"/>
          <p:cNvSpPr>
            <a:spLocks noGrp="1"/>
          </p:cNvSpPr>
          <p:nvPr>
            <p:ph type="ftr" idx="7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sldNum" idx="7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8DD958-0A3B-498F-B3B9-FC41417D3F8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dt" idx="7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3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ftr" idx="7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sldNum" idx="7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E72367-D6F1-4CEA-8078-E6373DC7F27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6"/>
          <p:cNvSpPr>
            <a:spLocks noGrp="1"/>
          </p:cNvSpPr>
          <p:nvPr>
            <p:ph type="dt" idx="7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3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6"/>
          <p:cNvSpPr>
            <a:spLocks noGrp="1"/>
          </p:cNvSpPr>
          <p:nvPr>
            <p:ph type="ftr" idx="7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7"/>
          <p:cNvSpPr>
            <a:spLocks noGrp="1"/>
          </p:cNvSpPr>
          <p:nvPr>
            <p:ph type="sldNum" idx="8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D0C69E-50FF-41E9-8A53-4DDFC82AEE0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8"/>
          <p:cNvSpPr>
            <a:spLocks noGrp="1"/>
          </p:cNvSpPr>
          <p:nvPr>
            <p:ph type="dt" idx="8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3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8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PlaceHolder 1"/>
          <p:cNvSpPr>
            <a:spLocks noGrp="1"/>
          </p:cNvSpPr>
          <p:nvPr>
            <p:ph type="ftr" idx="8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sldNum" idx="8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324EFF-33FE-432D-9461-FE7EEB48E87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dt" idx="8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3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8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ftr" idx="8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sldNum" idx="8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E23FA2-0106-4AE2-B58E-5D1D7789E18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dt" idx="8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9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ftr" idx="8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 type="sldNum" idx="8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24226A-50B7-4DC5-81B7-FB7BAD3B5E9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PlaceHolder 5"/>
          <p:cNvSpPr>
            <a:spLocks noGrp="1"/>
          </p:cNvSpPr>
          <p:nvPr>
            <p:ph type="dt" idx="9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3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0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 type="ftr" idx="9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 type="sldNum" idx="9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F0FB6B-2651-488E-88FD-83EF2403BA4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PlaceHolder 6"/>
          <p:cNvSpPr>
            <a:spLocks noGrp="1"/>
          </p:cNvSpPr>
          <p:nvPr>
            <p:ph type="dt" idx="9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3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1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ftr" idx="9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9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2CEE5B-8651-4FB2-8E4C-439B7A2F083E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 type="dt" idx="9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3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1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PlaceHolder 1"/>
          <p:cNvSpPr>
            <a:spLocks noGrp="1"/>
          </p:cNvSpPr>
          <p:nvPr>
            <p:ph type="ftr" idx="9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sldNum" idx="9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07E930-5FD7-4799-AE2F-A434D8E0FC0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dt" idx="9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3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2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5"/>
          <p:cNvSpPr>
            <a:spLocks noGrp="1"/>
          </p:cNvSpPr>
          <p:nvPr>
            <p:ph type="ftr" idx="10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PlaceHolder 6"/>
          <p:cNvSpPr>
            <a:spLocks noGrp="1"/>
          </p:cNvSpPr>
          <p:nvPr>
            <p:ph type="sldNum" idx="10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DFAAFA-9534-4A91-9576-BA21AA983A5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PlaceHolder 7"/>
          <p:cNvSpPr>
            <a:spLocks noGrp="1"/>
          </p:cNvSpPr>
          <p:nvPr>
            <p:ph type="dt" idx="10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3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3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5"/>
          <p:cNvSpPr>
            <a:spLocks noGrp="1"/>
          </p:cNvSpPr>
          <p:nvPr>
            <p:ph type="ftr" idx="10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6"/>
          <p:cNvSpPr>
            <a:spLocks noGrp="1"/>
          </p:cNvSpPr>
          <p:nvPr>
            <p:ph type="sldNum" idx="10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197B7D-07F3-4C75-B52B-D4359B7B07F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PlaceHolder 7"/>
          <p:cNvSpPr>
            <a:spLocks noGrp="1"/>
          </p:cNvSpPr>
          <p:nvPr>
            <p:ph type="dt" idx="10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3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50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ftr" idx="10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sldNum" idx="10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BC4CD6-9AA9-494D-BE0B-014ADD4A1F1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PlaceHolder 7"/>
          <p:cNvSpPr>
            <a:spLocks noGrp="1"/>
          </p:cNvSpPr>
          <p:nvPr>
            <p:ph type="dt" idx="10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3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6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 type="ftr" idx="10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PlaceHolder 5"/>
          <p:cNvSpPr>
            <a:spLocks noGrp="1"/>
          </p:cNvSpPr>
          <p:nvPr>
            <p:ph type="sldNum" idx="11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F63826-D3AE-4AD7-87EA-FEDE923D774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PlaceHolder 6"/>
          <p:cNvSpPr>
            <a:spLocks noGrp="1"/>
          </p:cNvSpPr>
          <p:nvPr>
            <p:ph type="dt" idx="11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3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6"/>
          <p:cNvSpPr>
            <a:spLocks noGrp="1"/>
          </p:cNvSpPr>
          <p:nvPr>
            <p:ph type="ftr" idx="11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PlaceHolder 7"/>
          <p:cNvSpPr>
            <a:spLocks noGrp="1"/>
          </p:cNvSpPr>
          <p:nvPr>
            <p:ph type="sldNum" idx="11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E15D71-83DF-4C10-BB6B-996CC6CD2E3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PlaceHolder 8"/>
          <p:cNvSpPr>
            <a:spLocks noGrp="1"/>
          </p:cNvSpPr>
          <p:nvPr>
            <p:ph type="dt" idx="11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3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8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 type="ftr" idx="11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PlaceHolder 6"/>
          <p:cNvSpPr>
            <a:spLocks noGrp="1"/>
          </p:cNvSpPr>
          <p:nvPr>
            <p:ph type="sldNum" idx="11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DF4A4A-DA8E-4B93-8D5E-6EDB5AD70A4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PlaceHolder 7"/>
          <p:cNvSpPr>
            <a:spLocks noGrp="1"/>
          </p:cNvSpPr>
          <p:nvPr>
            <p:ph type="dt" idx="11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3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2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 type="ftr" idx="16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PlaceHolder 6"/>
          <p:cNvSpPr>
            <a:spLocks noGrp="1"/>
          </p:cNvSpPr>
          <p:nvPr>
            <p:ph type="sldNum" idx="17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538344-8CC5-4D03-965A-BAE39868DAC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PlaceHolder 7"/>
          <p:cNvSpPr>
            <a:spLocks noGrp="1"/>
          </p:cNvSpPr>
          <p:nvPr>
            <p:ph type="dt" idx="17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3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3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5"/>
          <p:cNvSpPr>
            <a:spLocks noGrp="1"/>
          </p:cNvSpPr>
          <p:nvPr>
            <p:ph type="ftr" idx="17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PlaceHolder 6"/>
          <p:cNvSpPr>
            <a:spLocks noGrp="1"/>
          </p:cNvSpPr>
          <p:nvPr>
            <p:ph type="sldNum" idx="17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C0DF60-5333-4307-881D-DCCB7C27AFD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PlaceHolder 7"/>
          <p:cNvSpPr>
            <a:spLocks noGrp="1"/>
          </p:cNvSpPr>
          <p:nvPr>
            <p:ph type="dt" idx="17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3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4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 type="ftr" idx="17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7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37AEE2-C3C1-4B30-AE03-4CDB47521BD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 type="dt" idx="17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3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5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6"/>
          <p:cNvSpPr>
            <a:spLocks noGrp="1"/>
          </p:cNvSpPr>
          <p:nvPr>
            <p:ph type="ftr" idx="17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7"/>
          <p:cNvSpPr>
            <a:spLocks noGrp="1"/>
          </p:cNvSpPr>
          <p:nvPr>
            <p:ph type="sldNum" idx="17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11F414-8D85-4BA8-BFB4-C9B01C8D85F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8"/>
          <p:cNvSpPr>
            <a:spLocks noGrp="1"/>
          </p:cNvSpPr>
          <p:nvPr>
            <p:ph type="dt" idx="18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3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7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ftr" idx="18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PlaceHolder 4"/>
          <p:cNvSpPr>
            <a:spLocks noGrp="1"/>
          </p:cNvSpPr>
          <p:nvPr>
            <p:ph type="sldNum" idx="18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15C531-9044-453D-A553-5F1AE4DBBF1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PlaceHolder 5"/>
          <p:cNvSpPr>
            <a:spLocks noGrp="1"/>
          </p:cNvSpPr>
          <p:nvPr>
            <p:ph type="dt" idx="18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3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80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4"/>
          <p:cNvSpPr>
            <a:spLocks noGrp="1"/>
          </p:cNvSpPr>
          <p:nvPr>
            <p:ph type="ftr" idx="18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PlaceHolder 5"/>
          <p:cNvSpPr>
            <a:spLocks noGrp="1"/>
          </p:cNvSpPr>
          <p:nvPr>
            <p:ph type="sldNum" idx="18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447F50-05FB-4CF5-B45C-75621D1B0EA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PlaceHolder 6"/>
          <p:cNvSpPr>
            <a:spLocks noGrp="1"/>
          </p:cNvSpPr>
          <p:nvPr>
            <p:ph type="dt" idx="18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3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9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4"/>
          <p:cNvSpPr>
            <a:spLocks noGrp="1"/>
          </p:cNvSpPr>
          <p:nvPr>
            <p:ph type="ftr" idx="18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PlaceHolder 5"/>
          <p:cNvSpPr>
            <a:spLocks noGrp="1"/>
          </p:cNvSpPr>
          <p:nvPr>
            <p:ph type="sldNum" idx="18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7B165D-1743-4F07-98CF-C2D69094820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PlaceHolder 6"/>
          <p:cNvSpPr>
            <a:spLocks noGrp="1"/>
          </p:cNvSpPr>
          <p:nvPr>
            <p:ph type="dt" idx="18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3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0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5"/>
          <p:cNvSpPr>
            <a:spLocks noGrp="1"/>
          </p:cNvSpPr>
          <p:nvPr>
            <p:ph type="ftr" idx="19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PlaceHolder 6"/>
          <p:cNvSpPr>
            <a:spLocks noGrp="1"/>
          </p:cNvSpPr>
          <p:nvPr>
            <p:ph type="sldNum" idx="19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20AD2C-1F37-4530-8AED-B315689A22F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PlaceHolder 7"/>
          <p:cNvSpPr>
            <a:spLocks noGrp="1"/>
          </p:cNvSpPr>
          <p:nvPr>
            <p:ph type="dt" idx="19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3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1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5"/>
          <p:cNvSpPr>
            <a:spLocks noGrp="1"/>
          </p:cNvSpPr>
          <p:nvPr>
            <p:ph type="ftr" idx="19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PlaceHolder 6"/>
          <p:cNvSpPr>
            <a:spLocks noGrp="1"/>
          </p:cNvSpPr>
          <p:nvPr>
            <p:ph type="sldNum" idx="19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1E8FCD-FAFD-4274-B9B0-7F5B4DA187B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7"/>
          <p:cNvSpPr>
            <a:spLocks noGrp="1"/>
          </p:cNvSpPr>
          <p:nvPr>
            <p:ph type="dt" idx="19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3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28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 type="ftr" idx="19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9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EB4022-16EC-4F05-8AA8-294A27341FF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PlaceHolder 4"/>
          <p:cNvSpPr>
            <a:spLocks noGrp="1"/>
          </p:cNvSpPr>
          <p:nvPr>
            <p:ph type="dt" idx="19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3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3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5"/>
          <p:cNvSpPr>
            <a:spLocks noGrp="1"/>
          </p:cNvSpPr>
          <p:nvPr>
            <p:ph type="ftr" idx="19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PlaceHolder 6"/>
          <p:cNvSpPr>
            <a:spLocks noGrp="1"/>
          </p:cNvSpPr>
          <p:nvPr>
            <p:ph type="sldNum" idx="20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088AB0-0B07-4844-BA16-194ECD0BFD4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PlaceHolder 7"/>
          <p:cNvSpPr>
            <a:spLocks noGrp="1"/>
          </p:cNvSpPr>
          <p:nvPr>
            <p:ph type="dt" idx="20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3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48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 type="ftr" idx="20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PlaceHolder 5"/>
          <p:cNvSpPr>
            <a:spLocks noGrp="1"/>
          </p:cNvSpPr>
          <p:nvPr>
            <p:ph type="sldNum" idx="20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C3EBC1-AC2A-4239-B574-31B7522A76A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PlaceHolder 6"/>
          <p:cNvSpPr>
            <a:spLocks noGrp="1"/>
          </p:cNvSpPr>
          <p:nvPr>
            <p:ph type="dt" idx="20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3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5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4"/>
          <p:cNvSpPr>
            <a:spLocks noGrp="1"/>
          </p:cNvSpPr>
          <p:nvPr>
            <p:ph type="ftr" idx="20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PlaceHolder 5"/>
          <p:cNvSpPr>
            <a:spLocks noGrp="1"/>
          </p:cNvSpPr>
          <p:nvPr>
            <p:ph type="sldNum" idx="20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60AD66-62DB-4B55-9FCC-BE72E7C21B3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PlaceHolder 6"/>
          <p:cNvSpPr>
            <a:spLocks noGrp="1"/>
          </p:cNvSpPr>
          <p:nvPr>
            <p:ph type="dt" idx="20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3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70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ftr" idx="20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PlaceHolder 4"/>
          <p:cNvSpPr>
            <a:spLocks noGrp="1"/>
          </p:cNvSpPr>
          <p:nvPr>
            <p:ph type="sldNum" idx="20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F5FB8E-343C-4F9F-A8F9-9BC296AD6F95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PlaceHolder 5"/>
          <p:cNvSpPr>
            <a:spLocks noGrp="1"/>
          </p:cNvSpPr>
          <p:nvPr>
            <p:ph type="dt" idx="21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3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7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5"/>
          <p:cNvSpPr>
            <a:spLocks noGrp="1"/>
          </p:cNvSpPr>
          <p:nvPr>
            <p:ph type="ftr" idx="21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PlaceHolder 6"/>
          <p:cNvSpPr>
            <a:spLocks noGrp="1"/>
          </p:cNvSpPr>
          <p:nvPr>
            <p:ph type="sldNum" idx="21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119239-EE9E-41F4-B4F6-BD32E759561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PlaceHolder 7"/>
          <p:cNvSpPr>
            <a:spLocks noGrp="1"/>
          </p:cNvSpPr>
          <p:nvPr>
            <p:ph type="dt" idx="21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3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9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5"/>
          <p:cNvSpPr>
            <a:spLocks noGrp="1"/>
          </p:cNvSpPr>
          <p:nvPr>
            <p:ph type="ftr" idx="21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PlaceHolder 6"/>
          <p:cNvSpPr>
            <a:spLocks noGrp="1"/>
          </p:cNvSpPr>
          <p:nvPr>
            <p:ph type="sldNum" idx="21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479363-9EDC-4576-9F57-2119C8DC8F2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PlaceHolder 7"/>
          <p:cNvSpPr>
            <a:spLocks noGrp="1"/>
          </p:cNvSpPr>
          <p:nvPr>
            <p:ph type="dt" idx="21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3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0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ftr" idx="21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21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68DFCF-E817-4431-AA3C-7ED5603C75F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PlaceHolder 4"/>
          <p:cNvSpPr>
            <a:spLocks noGrp="1"/>
          </p:cNvSpPr>
          <p:nvPr>
            <p:ph type="dt" idx="21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3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1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5"/>
          <p:cNvSpPr>
            <a:spLocks noGrp="1"/>
          </p:cNvSpPr>
          <p:nvPr>
            <p:ph type="ftr" idx="22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PlaceHolder 6"/>
          <p:cNvSpPr>
            <a:spLocks noGrp="1"/>
          </p:cNvSpPr>
          <p:nvPr>
            <p:ph type="sldNum" idx="22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6BB0C3-B9E1-41EA-9202-FD0E38EDABD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PlaceHolder 7"/>
          <p:cNvSpPr>
            <a:spLocks noGrp="1"/>
          </p:cNvSpPr>
          <p:nvPr>
            <p:ph type="dt" idx="22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3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2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4"/>
          <p:cNvSpPr>
            <a:spLocks noGrp="1"/>
          </p:cNvSpPr>
          <p:nvPr>
            <p:ph type="ftr" idx="22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PlaceHolder 5"/>
          <p:cNvSpPr>
            <a:spLocks noGrp="1"/>
          </p:cNvSpPr>
          <p:nvPr>
            <p:ph type="sldNum" idx="22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586753-5353-4612-8DCA-AC116D02EF8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PlaceHolder 6"/>
          <p:cNvSpPr>
            <a:spLocks noGrp="1"/>
          </p:cNvSpPr>
          <p:nvPr>
            <p:ph type="dt" idx="22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3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3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6"/>
          <p:cNvSpPr>
            <a:spLocks noGrp="1"/>
          </p:cNvSpPr>
          <p:nvPr>
            <p:ph type="ftr" idx="22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PlaceHolder 7"/>
          <p:cNvSpPr>
            <a:spLocks noGrp="1"/>
          </p:cNvSpPr>
          <p:nvPr>
            <p:ph type="sldNum" idx="22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337EE4-07CF-42EB-A7DE-580FBE48C5C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PlaceHolder 8"/>
          <p:cNvSpPr>
            <a:spLocks noGrp="1"/>
          </p:cNvSpPr>
          <p:nvPr>
            <p:ph type="dt" idx="22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3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5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ftr" idx="22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PlaceHolder 4"/>
          <p:cNvSpPr>
            <a:spLocks noGrp="1"/>
          </p:cNvSpPr>
          <p:nvPr>
            <p:ph type="sldNum" idx="23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225AC0-3B33-49F7-A32F-01779656AEA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PlaceHolder 5"/>
          <p:cNvSpPr>
            <a:spLocks noGrp="1"/>
          </p:cNvSpPr>
          <p:nvPr>
            <p:ph type="dt" idx="23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3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60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4"/>
          <p:cNvSpPr>
            <a:spLocks noGrp="1"/>
          </p:cNvSpPr>
          <p:nvPr>
            <p:ph type="ftr" idx="23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PlaceHolder 5"/>
          <p:cNvSpPr>
            <a:spLocks noGrp="1"/>
          </p:cNvSpPr>
          <p:nvPr>
            <p:ph type="sldNum" idx="23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E334AA-171B-4D55-9666-D641A7BBFFA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PlaceHolder 6"/>
          <p:cNvSpPr>
            <a:spLocks noGrp="1"/>
          </p:cNvSpPr>
          <p:nvPr>
            <p:ph type="dt" idx="23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3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7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PlaceHolder 6"/>
          <p:cNvSpPr>
            <a:spLocks noGrp="1"/>
          </p:cNvSpPr>
          <p:nvPr>
            <p:ph type="ftr" idx="23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PlaceHolder 7"/>
          <p:cNvSpPr>
            <a:spLocks noGrp="1"/>
          </p:cNvSpPr>
          <p:nvPr>
            <p:ph type="sldNum" idx="23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DBCCDC-BDCE-43A1-A8B9-E56881C3DC0D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PlaceHolder 8"/>
          <p:cNvSpPr>
            <a:spLocks noGrp="1"/>
          </p:cNvSpPr>
          <p:nvPr>
            <p:ph type="dt" idx="23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3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8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7" name="PlaceHolder 1"/>
          <p:cNvSpPr>
            <a:spLocks noGrp="1"/>
          </p:cNvSpPr>
          <p:nvPr>
            <p:ph type="ftr" idx="23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sldNum" idx="23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9D3367-D675-430A-B7A2-1E7748EA1FF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PlaceHolder 3"/>
          <p:cNvSpPr>
            <a:spLocks noGrp="1"/>
          </p:cNvSpPr>
          <p:nvPr>
            <p:ph type="dt" idx="24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3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9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ftr" idx="24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PlaceHolder 4"/>
          <p:cNvSpPr>
            <a:spLocks noGrp="1"/>
          </p:cNvSpPr>
          <p:nvPr>
            <p:ph type="sldNum" idx="24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E76BCF-368B-40FF-8BC4-F1956F797413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PlaceHolder 5"/>
          <p:cNvSpPr>
            <a:spLocks noGrp="1"/>
          </p:cNvSpPr>
          <p:nvPr>
            <p:ph type="dt" idx="24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3"/>
  </p:sldLayoutIdLst>
</p:sldMaster>
</file>

<file path=ppt/slideMasters/slideMaster8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00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ftr" idx="24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PlaceHolder 4"/>
          <p:cNvSpPr>
            <a:spLocks noGrp="1"/>
          </p:cNvSpPr>
          <p:nvPr>
            <p:ph type="sldNum" idx="24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777671-8379-4511-9171-F1612440B795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PlaceHolder 5"/>
          <p:cNvSpPr>
            <a:spLocks noGrp="1"/>
          </p:cNvSpPr>
          <p:nvPr>
            <p:ph type="dt" idx="24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3"/>
  </p:sldLayoutIdLst>
</p:sldMaster>
</file>

<file path=ppt/slideMasters/slideMaster8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09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PlaceHolder 4"/>
          <p:cNvSpPr>
            <a:spLocks noGrp="1"/>
          </p:cNvSpPr>
          <p:nvPr>
            <p:ph type="ftr" idx="24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PlaceHolder 5"/>
          <p:cNvSpPr>
            <a:spLocks noGrp="1"/>
          </p:cNvSpPr>
          <p:nvPr>
            <p:ph type="sldNum" idx="24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3F8635-C9BB-45BB-A935-35AE1FFA5FF0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PlaceHolder 6"/>
          <p:cNvSpPr>
            <a:spLocks noGrp="1"/>
          </p:cNvSpPr>
          <p:nvPr>
            <p:ph type="dt" idx="24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3"/>
  </p:sldLayoutIdLst>
</p:sldMaster>
</file>

<file path=ppt/slideMasters/slideMaster8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20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PlaceHolder 2"/>
          <p:cNvSpPr>
            <a:spLocks noGrp="1"/>
          </p:cNvSpPr>
          <p:nvPr>
            <p:ph type="ftr" idx="25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25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062800-CFB8-41B3-89C7-9A28FD3B5EC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PlaceHolder 4"/>
          <p:cNvSpPr>
            <a:spLocks noGrp="1"/>
          </p:cNvSpPr>
          <p:nvPr>
            <p:ph type="dt" idx="25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3"/>
  </p:sldLayoutIdLst>
</p:sldMaster>
</file>

<file path=ppt/slideMasters/slideMaster8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2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8" name="PlaceHolder 1"/>
          <p:cNvSpPr>
            <a:spLocks noGrp="1"/>
          </p:cNvSpPr>
          <p:nvPr>
            <p:ph type="ftr" idx="25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PlaceHolder 2"/>
          <p:cNvSpPr>
            <a:spLocks noGrp="1"/>
          </p:cNvSpPr>
          <p:nvPr>
            <p:ph type="sldNum" idx="25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D8EFFA-36D3-4A57-A014-A851EBD024C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dt" idx="25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3"/>
  </p:sldLayoutIdLst>
</p:sldMaster>
</file>

<file path=ppt/slideMasters/slideMaster9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3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PlaceHolder 5"/>
          <p:cNvSpPr>
            <a:spLocks noGrp="1"/>
          </p:cNvSpPr>
          <p:nvPr>
            <p:ph type="ftr" idx="25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PlaceHolder 6"/>
          <p:cNvSpPr>
            <a:spLocks noGrp="1"/>
          </p:cNvSpPr>
          <p:nvPr>
            <p:ph type="sldNum" idx="25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9B6CD7-6CA5-4A1A-820B-A1D1EF34073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PlaceHolder 7"/>
          <p:cNvSpPr>
            <a:spLocks noGrp="1"/>
          </p:cNvSpPr>
          <p:nvPr>
            <p:ph type="dt" idx="25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3"/>
  </p:sldLayoutIdLst>
</p:sldMaster>
</file>

<file path=ppt/slideMasters/slideMaster9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4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5"/>
          <p:cNvSpPr>
            <a:spLocks noGrp="1"/>
          </p:cNvSpPr>
          <p:nvPr>
            <p:ph type="ftr" idx="25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PlaceHolder 6"/>
          <p:cNvSpPr>
            <a:spLocks noGrp="1"/>
          </p:cNvSpPr>
          <p:nvPr>
            <p:ph type="sldNum" idx="26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7E5A35-B179-4CCB-8AA6-13C08A4B6DC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PlaceHolder 7"/>
          <p:cNvSpPr>
            <a:spLocks noGrp="1"/>
          </p:cNvSpPr>
          <p:nvPr>
            <p:ph type="dt" idx="26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3"/>
  </p:sldLayoutIdLst>
</p:sldMaster>
</file>

<file path=ppt/slideMasters/slideMaster9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58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5"/>
          <p:cNvSpPr>
            <a:spLocks noGrp="1"/>
          </p:cNvSpPr>
          <p:nvPr>
            <p:ph type="ftr" idx="26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PlaceHolder 6"/>
          <p:cNvSpPr>
            <a:spLocks noGrp="1"/>
          </p:cNvSpPr>
          <p:nvPr>
            <p:ph type="sldNum" idx="26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24CD2B-9155-49E8-B3A1-B1B1C109B7A3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PlaceHolder 7"/>
          <p:cNvSpPr>
            <a:spLocks noGrp="1"/>
          </p:cNvSpPr>
          <p:nvPr>
            <p:ph type="dt" idx="26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3"/>
  </p:sldLayoutIdLst>
</p:sldMaster>
</file>

<file path=ppt/slideMasters/slideMaster9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7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2" name="PlaceHolder 1"/>
          <p:cNvSpPr>
            <a:spLocks noGrp="1"/>
          </p:cNvSpPr>
          <p:nvPr>
            <p:ph type="ftr" idx="26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2"/>
          <p:cNvSpPr>
            <a:spLocks noGrp="1"/>
          </p:cNvSpPr>
          <p:nvPr>
            <p:ph type="sldNum" idx="26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773C4D-189E-42E4-B6FF-411C1CBFD1F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dt" idx="26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3"/>
  </p:sldLayoutIdLst>
</p:sldMaster>
</file>

<file path=ppt/slideMasters/slideMaster9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7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4"/>
          <p:cNvSpPr>
            <a:spLocks noGrp="1"/>
          </p:cNvSpPr>
          <p:nvPr>
            <p:ph type="ftr" idx="26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PlaceHolder 5"/>
          <p:cNvSpPr>
            <a:spLocks noGrp="1"/>
          </p:cNvSpPr>
          <p:nvPr>
            <p:ph type="sldNum" idx="26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D702D1-D3CF-41CA-8B1B-D7A560E671D4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PlaceHolder 6"/>
          <p:cNvSpPr>
            <a:spLocks noGrp="1"/>
          </p:cNvSpPr>
          <p:nvPr>
            <p:ph type="dt" idx="27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3"/>
  </p:sldLayoutIdLst>
</p:sldMaster>
</file>

<file path=ppt/slideMasters/slideMaster9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8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6"/>
          <p:cNvSpPr>
            <a:spLocks noGrp="1"/>
          </p:cNvSpPr>
          <p:nvPr>
            <p:ph type="ftr" idx="271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PlaceHolder 7"/>
          <p:cNvSpPr>
            <a:spLocks noGrp="1"/>
          </p:cNvSpPr>
          <p:nvPr>
            <p:ph type="sldNum" idx="272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B085B0-01DC-4A67-84F0-3B73A70ABE0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PlaceHolder 8"/>
          <p:cNvSpPr>
            <a:spLocks noGrp="1"/>
          </p:cNvSpPr>
          <p:nvPr>
            <p:ph type="dt" idx="273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3"/>
  </p:sldLayoutIdLst>
</p:sldMaster>
</file>

<file path=ppt/slideMasters/slideMaster9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02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3" name="PlaceHolder 1"/>
          <p:cNvSpPr>
            <a:spLocks noGrp="1"/>
          </p:cNvSpPr>
          <p:nvPr>
            <p:ph type="ftr" idx="274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PlaceHolder 2"/>
          <p:cNvSpPr>
            <a:spLocks noGrp="1"/>
          </p:cNvSpPr>
          <p:nvPr>
            <p:ph type="sldNum" idx="275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C67D64-8435-4A8D-9A70-DC26FEBE3F1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dt" idx="276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3"/>
  </p:sldLayoutIdLst>
</p:sldMaster>
</file>

<file path=ppt/slideMasters/slideMaster9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07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ftr" idx="277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PlaceHolder 4"/>
          <p:cNvSpPr>
            <a:spLocks noGrp="1"/>
          </p:cNvSpPr>
          <p:nvPr>
            <p:ph type="sldNum" idx="278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8E24AB-99E6-4A98-A86A-573423A47F7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PlaceHolder 5"/>
          <p:cNvSpPr>
            <a:spLocks noGrp="1"/>
          </p:cNvSpPr>
          <p:nvPr>
            <p:ph type="dt" idx="279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3"/>
  </p:sldLayoutIdLst>
</p:sldMaster>
</file>

<file path=ppt/slideMasters/slideMaster9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1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ftr" idx="280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PlaceHolder 4"/>
          <p:cNvSpPr>
            <a:spLocks noGrp="1"/>
          </p:cNvSpPr>
          <p:nvPr>
            <p:ph type="sldNum" idx="281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012535-57CD-4EC7-AB38-3490038A8ED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PlaceHolder 5"/>
          <p:cNvSpPr>
            <a:spLocks noGrp="1"/>
          </p:cNvSpPr>
          <p:nvPr>
            <p:ph type="dt" idx="282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3"/>
  </p:sldLayoutIdLst>
</p:sldMaster>
</file>

<file path=ppt/slideMasters/slideMaster9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25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4"/>
          <p:cNvSpPr>
            <a:spLocks noGrp="1"/>
          </p:cNvSpPr>
          <p:nvPr>
            <p:ph type="ftr" idx="283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PlaceHolder 5"/>
          <p:cNvSpPr>
            <a:spLocks noGrp="1"/>
          </p:cNvSpPr>
          <p:nvPr>
            <p:ph type="sldNum" idx="284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152F76-D151-4692-B5A8-695F011555A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PlaceHolder 6"/>
          <p:cNvSpPr>
            <a:spLocks noGrp="1"/>
          </p:cNvSpPr>
          <p:nvPr>
            <p:ph type="dt" idx="285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3"/>
  </p:sldLayoutIdLst>
</p:sldMaster>
</file>

<file path=ppt/slideMasters/slideMaster10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36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2"/>
          <p:cNvSpPr>
            <a:spLocks noGrp="1"/>
          </p:cNvSpPr>
          <p:nvPr>
            <p:ph type="ftr" idx="286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287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A6712D-FE87-4E03-B5F0-FC1E51B24975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PlaceHolder 4"/>
          <p:cNvSpPr>
            <a:spLocks noGrp="1"/>
          </p:cNvSpPr>
          <p:nvPr>
            <p:ph type="dt" idx="288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3"/>
  </p:sldLayoutIdLst>
</p:sldMaster>
</file>

<file path=ppt/slideMasters/slideMaster10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43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4" name="PlaceHolder 1"/>
          <p:cNvSpPr>
            <a:spLocks noGrp="1"/>
          </p:cNvSpPr>
          <p:nvPr>
            <p:ph type="ftr" idx="289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PlaceHolder 2"/>
          <p:cNvSpPr>
            <a:spLocks noGrp="1"/>
          </p:cNvSpPr>
          <p:nvPr>
            <p:ph type="sldNum" idx="290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E38A4A-4589-435A-BFD4-8D5D698D661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dt" idx="291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3"/>
  </p:sldLayoutIdLst>
</p:sldMaster>
</file>

<file path=ppt/slideMasters/slideMaster10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48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5"/>
          <p:cNvSpPr>
            <a:spLocks noGrp="1"/>
          </p:cNvSpPr>
          <p:nvPr>
            <p:ph type="ftr" idx="292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PlaceHolder 6"/>
          <p:cNvSpPr>
            <a:spLocks noGrp="1"/>
          </p:cNvSpPr>
          <p:nvPr>
            <p:ph type="sldNum" idx="293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F3591F-D365-47AD-8FEB-C264C436A733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PlaceHolder 7"/>
          <p:cNvSpPr>
            <a:spLocks noGrp="1"/>
          </p:cNvSpPr>
          <p:nvPr>
            <p:ph type="dt" idx="294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3"/>
  </p:sldLayoutIdLst>
</p:sldMaster>
</file>

<file path=ppt/slideMasters/slideMaster10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61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5"/>
          <p:cNvSpPr>
            <a:spLocks noGrp="1"/>
          </p:cNvSpPr>
          <p:nvPr>
            <p:ph type="ftr" idx="295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PlaceHolder 6"/>
          <p:cNvSpPr>
            <a:spLocks noGrp="1"/>
          </p:cNvSpPr>
          <p:nvPr>
            <p:ph type="sldNum" idx="296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7511CA-57F6-4972-940F-FE8403BDEF5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PlaceHolder 7"/>
          <p:cNvSpPr>
            <a:spLocks noGrp="1"/>
          </p:cNvSpPr>
          <p:nvPr>
            <p:ph type="dt" idx="297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3"/>
  </p:sldLayoutIdLst>
</p:sldMaster>
</file>

<file path=ppt/slideMasters/slideMaster10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UCL branding brackground"/>
          <p:cNvSpPr/>
          <p:nvPr/>
        </p:nvSpPr>
        <p:spPr>
          <a:xfrm>
            <a:off x="0" y="0"/>
            <a:ext cx="12189240" cy="661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74" name="UCL Branding"/>
          <p:cNvPicPr/>
          <p:nvPr/>
        </p:nvPicPr>
        <p:blipFill>
          <a:blip r:embed="rId2"/>
          <a:stretch/>
        </p:blipFill>
        <p:spPr>
          <a:xfrm>
            <a:off x="0" y="0"/>
            <a:ext cx="12192120" cy="5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PlaceHolder 5"/>
          <p:cNvSpPr>
            <a:spLocks noGrp="1"/>
          </p:cNvSpPr>
          <p:nvPr>
            <p:ph type="ftr" idx="298"/>
          </p:nvPr>
        </p:nvSpPr>
        <p:spPr>
          <a:xfrm>
            <a:off x="4320000" y="6480000"/>
            <a:ext cx="64771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PlaceHolder 6"/>
          <p:cNvSpPr>
            <a:spLocks noGrp="1"/>
          </p:cNvSpPr>
          <p:nvPr>
            <p:ph type="sldNum" idx="299"/>
          </p:nvPr>
        </p:nvSpPr>
        <p:spPr>
          <a:xfrm>
            <a:off x="11123280" y="6480000"/>
            <a:ext cx="7664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3C01EC-1332-4FCD-8AD9-459F50E8F43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PlaceHolder 7"/>
          <p:cNvSpPr>
            <a:spLocks noGrp="1"/>
          </p:cNvSpPr>
          <p:nvPr>
            <p:ph type="dt" idx="300"/>
          </p:nvPr>
        </p:nvSpPr>
        <p:spPr>
          <a:xfrm>
            <a:off x="362160" y="6480000"/>
            <a:ext cx="2740320" cy="35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hep.ucl.ac.uk/masterclass/2023/" TargetMode="External"/><Relationship Id="rId2" Type="http://schemas.openxmlformats.org/officeDocument/2006/relationships/hyperlink" Target="https://www.hep.ucl.ac.uk/masterclass/2023/" TargetMode="External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6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gif"/><Relationship Id="rId2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0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://cernmasterclass.uio.no/OPloT/" TargetMode="External"/><Relationship Id="rId2" Type="http://schemas.openxmlformats.org/officeDocument/2006/relationships/slideLayout" Target="../slideLayouts/slideLayout6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5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/>
          </p:nvPr>
        </p:nvSpPr>
        <p:spPr>
          <a:xfrm>
            <a:off x="360000" y="360000"/>
            <a:ext cx="5757120" cy="71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marL="1116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400" b="1" u="none" strike="noStrike" cap="all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International Masterclasses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16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400" b="1" u="none" strike="noStrike" cap="all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Hands-on particle physics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PlaceHolder 2"/>
          <p:cNvSpPr>
            <a:spLocks noGrp="1"/>
          </p:cNvSpPr>
          <p:nvPr>
            <p:ph type="title"/>
          </p:nvPr>
        </p:nvSpPr>
        <p:spPr>
          <a:xfrm>
            <a:off x="0" y="1549080"/>
            <a:ext cx="7557120" cy="2337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numCol="1" spcCol="0" lIns="360000" rIns="0" tIns="18000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UCL Particle Physics Masterclass 2026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8" name="Picture 259"/>
          <p:cNvPicPr/>
          <p:nvPr/>
        </p:nvPicPr>
        <p:blipFill>
          <a:blip r:embed="rId1"/>
          <a:stretch/>
        </p:blipFill>
        <p:spPr>
          <a:xfrm>
            <a:off x="7380000" y="4860000"/>
            <a:ext cx="4648320" cy="18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9" name="Picture 260"/>
          <p:cNvPicPr/>
          <p:nvPr/>
        </p:nvPicPr>
        <p:blipFill>
          <a:blip r:embed="rId2"/>
          <a:stretch/>
        </p:blipFill>
        <p:spPr>
          <a:xfrm>
            <a:off x="4860000" y="4957200"/>
            <a:ext cx="1977480" cy="189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title"/>
          </p:nvPr>
        </p:nvSpPr>
        <p:spPr>
          <a:xfrm>
            <a:off x="360000" y="9000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About today’s masterclass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PlaceHolder 2"/>
          <p:cNvSpPr>
            <a:spLocks noGrp="1"/>
          </p:cNvSpPr>
          <p:nvPr>
            <p:ph/>
          </p:nvPr>
        </p:nvSpPr>
        <p:spPr>
          <a:xfrm>
            <a:off x="360000" y="1800000"/>
            <a:ext cx="10436040" cy="4209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marL="225360" indent="-225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Learn about particle physics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Get a taste of physics research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Analyse real data from CERN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Talk to physicists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Ask us questions!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Think of questions for the event moderators at CERN.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Collaborate with other students internationally 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360000" y="900000"/>
            <a:ext cx="305748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Schedule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93" name="Table 1"/>
          <p:cNvGraphicFramePr/>
          <p:nvPr/>
        </p:nvGraphicFramePr>
        <p:xfrm>
          <a:off x="3537360" y="926280"/>
          <a:ext cx="6623280" cy="5333040"/>
        </p:xfrm>
        <a:graphic>
          <a:graphicData uri="http://schemas.openxmlformats.org/drawingml/2006/table">
            <a:tbl>
              <a:tblPr/>
              <a:tblGrid>
                <a:gridCol w="2424240"/>
                <a:gridCol w="4199400"/>
              </a:tblGrid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09.30 – 09.45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Registration and Welcome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09.45 – 10.00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Introduction and getting started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10.00 – 10.30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Lecture (ATLAS) and Q&amp;A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10.30 – 11.15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Hands-on exercises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11.15 – 11.45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Lecture (Dark Matter) and Q&amp;A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11.45 – 12.45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Hands-on exercises (continued)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12.45 – 13.45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Lunch (not provided!)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13.45 – 14.45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Hands-on exercises (continued)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14.45 – 15.00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Discussion of results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6908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15.00 – 16.00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Video conference with CERN and masterclass students in other countries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  <a:tr h="471240"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16.00 – 16.15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DejaVu Sans"/>
                        </a:rPr>
                        <a:t>Summary, Q&amp;A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 w="720">
                      <a:solidFill>
                        <a:srgbClr val="b3cac7"/>
                      </a:solidFill>
                      <a:prstDash val="solid"/>
                    </a:lnL>
                    <a:lnR w="720">
                      <a:solidFill>
                        <a:srgbClr val="b3cac7"/>
                      </a:solidFill>
                      <a:prstDash val="solid"/>
                    </a:lnR>
                    <a:lnT w="720">
                      <a:solidFill>
                        <a:srgbClr val="b3cac7"/>
                      </a:solidFill>
                      <a:prstDash val="solid"/>
                    </a:lnT>
                    <a:lnB w="720">
                      <a:solidFill>
                        <a:srgbClr val="b3cac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94" name="TextBox 265"/>
          <p:cNvSpPr/>
          <p:nvPr/>
        </p:nvSpPr>
        <p:spPr>
          <a:xfrm>
            <a:off x="720000" y="2880000"/>
            <a:ext cx="19782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GB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Breaks are allowed!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Videoconference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PlaceHolder 2"/>
          <p:cNvSpPr>
            <a:spLocks noGrp="1"/>
          </p:cNvSpPr>
          <p:nvPr>
            <p:ph/>
          </p:nvPr>
        </p:nvSpPr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Hosted by moderators at CERN.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Also groups joining from Amsterdam, Sheffield, Rio de Janeiro, Tatul and Abu Dhabi.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Moderators will ask each group some questions.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Your chance to ask them questions.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title"/>
          </p:nvPr>
        </p:nvSpPr>
        <p:spPr>
          <a:xfrm>
            <a:off x="360000" y="9000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Getting started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PlaceHolder 2"/>
          <p:cNvSpPr>
            <a:spLocks noGrp="1"/>
          </p:cNvSpPr>
          <p:nvPr>
            <p:ph/>
          </p:nvPr>
        </p:nvSpPr>
        <p:spPr>
          <a:xfrm>
            <a:off x="360000" y="2520000"/>
            <a:ext cx="10436040" cy="35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164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sng" strike="noStrike">
                <a:solidFill>
                  <a:srgbClr val="0097a9"/>
                </a:solidFill>
                <a:effectLst/>
                <a:uFillTx/>
                <a:latin typeface="Arial"/>
                <a:ea typeface="DejaVu Sans"/>
                <a:hlinkClick r:id="rId1"/>
              </a:rPr>
              <a:t>https://www.hep.ucl.ac.uk/masterclass/</a:t>
            </a:r>
            <a:r>
              <a:rPr lang="en-US" sz="3600" b="0" u="sng" strike="noStrike">
                <a:solidFill>
                  <a:srgbClr val="0097a9"/>
                </a:solidFill>
                <a:effectLst/>
                <a:uFillTx/>
                <a:latin typeface="Arial"/>
                <a:ea typeface="DejaVu Sans"/>
              </a:rPr>
              <a:t>2026</a:t>
            </a:r>
            <a:r>
              <a:rPr lang="en-US" sz="3600" b="0" u="sng" strike="noStrike">
                <a:solidFill>
                  <a:srgbClr val="0097a9"/>
                </a:solidFill>
                <a:effectLst/>
                <a:uFillTx/>
                <a:latin typeface="Arial"/>
                <a:ea typeface="DejaVu Sans"/>
                <a:hlinkClick r:id="rId2"/>
              </a:rPr>
              <a:t>/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“Z Path” task.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Event Display software: Hypatia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360000" y="720000"/>
            <a:ext cx="8997120" cy="717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Standard Model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0" name="Picture 269"/>
          <p:cNvPicPr/>
          <p:nvPr/>
        </p:nvPicPr>
        <p:blipFill>
          <a:blip r:embed="rId1"/>
          <a:stretch/>
        </p:blipFill>
        <p:spPr>
          <a:xfrm>
            <a:off x="276120" y="1620000"/>
            <a:ext cx="7038720" cy="39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1" name="Picture 270"/>
          <p:cNvPicPr/>
          <p:nvPr/>
        </p:nvPicPr>
        <p:blipFill>
          <a:blip r:embed="rId2"/>
          <a:stretch/>
        </p:blipFill>
        <p:spPr>
          <a:xfrm>
            <a:off x="4140000" y="3097800"/>
            <a:ext cx="4761360" cy="337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2" name="Picture 271"/>
          <p:cNvPicPr/>
          <p:nvPr/>
        </p:nvPicPr>
        <p:blipFill>
          <a:blip r:embed="rId3"/>
          <a:stretch/>
        </p:blipFill>
        <p:spPr>
          <a:xfrm>
            <a:off x="8416080" y="882360"/>
            <a:ext cx="3461400" cy="577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title"/>
          </p:nvPr>
        </p:nvSpPr>
        <p:spPr>
          <a:xfrm>
            <a:off x="360000" y="720000"/>
            <a:ext cx="8997120" cy="717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Standard Model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4" name="Picture 273"/>
          <p:cNvPicPr/>
          <p:nvPr/>
        </p:nvPicPr>
        <p:blipFill>
          <a:blip r:embed="rId1"/>
          <a:stretch/>
        </p:blipFill>
        <p:spPr>
          <a:xfrm>
            <a:off x="5760000" y="734400"/>
            <a:ext cx="6297480" cy="602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Z Boson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6" name="Picture 275"/>
          <p:cNvPicPr/>
          <p:nvPr/>
        </p:nvPicPr>
        <p:blipFill>
          <a:blip r:embed="rId1"/>
          <a:stretch/>
        </p:blipFill>
        <p:spPr>
          <a:xfrm>
            <a:off x="900000" y="2160000"/>
            <a:ext cx="4317840" cy="324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7" name="Picture 276"/>
          <p:cNvPicPr/>
          <p:nvPr/>
        </p:nvPicPr>
        <p:blipFill>
          <a:blip r:embed="rId2"/>
          <a:stretch/>
        </p:blipFill>
        <p:spPr>
          <a:xfrm>
            <a:off x="6480000" y="2152800"/>
            <a:ext cx="4317840" cy="324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Higgs boson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9" name="Picture 278"/>
          <p:cNvPicPr/>
          <p:nvPr/>
        </p:nvPicPr>
        <p:blipFill>
          <a:blip r:embed="rId1"/>
          <a:stretch/>
        </p:blipFill>
        <p:spPr>
          <a:xfrm>
            <a:off x="900000" y="2340000"/>
            <a:ext cx="4317840" cy="249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0" name="Picture 279"/>
          <p:cNvPicPr/>
          <p:nvPr/>
        </p:nvPicPr>
        <p:blipFill>
          <a:blip r:embed="rId2"/>
          <a:stretch/>
        </p:blipFill>
        <p:spPr>
          <a:xfrm>
            <a:off x="6300000" y="2340000"/>
            <a:ext cx="4317840" cy="251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180000" y="540000"/>
            <a:ext cx="8997120" cy="717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ATLAS detector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2" name="Google Shape;552;p18"/>
          <p:cNvPicPr/>
          <p:nvPr/>
        </p:nvPicPr>
        <p:blipFill>
          <a:blip r:embed="rId1"/>
          <a:stretch/>
        </p:blipFill>
        <p:spPr>
          <a:xfrm>
            <a:off x="2880000" y="1206000"/>
            <a:ext cx="7917840" cy="554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83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Particle signatures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4" name="Picture 283"/>
          <p:cNvPicPr/>
          <p:nvPr/>
        </p:nvPicPr>
        <p:blipFill>
          <a:blip r:embed="rId1"/>
          <a:stretch/>
        </p:blipFill>
        <p:spPr>
          <a:xfrm>
            <a:off x="1620000" y="1440000"/>
            <a:ext cx="8671320" cy="503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Practice: identifying particles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PlaceHolder 2"/>
          <p:cNvSpPr>
            <a:spLocks noGrp="1"/>
          </p:cNvSpPr>
          <p:nvPr>
            <p:ph/>
          </p:nvPr>
        </p:nvSpPr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164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See “Particle footprint visualization”.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“Practice” if time allows.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Refer to the “cheat sheet” linked from https://www.hep.ucl.ac.uk/masterclass/2026/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Practice: identifying events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2"/>
          <p:cNvSpPr>
            <a:spLocks noGrp="1"/>
          </p:cNvSpPr>
          <p:nvPr>
            <p:ph/>
          </p:nvPr>
        </p:nvSpPr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Download and classify “exercise 2” data.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Check answers in “Identifying Events: Practice!”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83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Invariant mass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PlaceHolder 2"/>
          <p:cNvSpPr>
            <a:spLocks noGrp="1"/>
          </p:cNvSpPr>
          <p:nvPr>
            <p:ph/>
          </p:nvPr>
        </p:nvSpPr>
        <p:spPr>
          <a:xfrm>
            <a:off x="360000" y="1800720"/>
            <a:ext cx="6117840" cy="44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don’t just look at individual events.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plot histograms using many (selected) events, and look for peaks.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use the “invariant mass” of the Higgs candidate.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1" name="Picture 290"/>
          <p:cNvPicPr/>
          <p:nvPr/>
        </p:nvPicPr>
        <p:blipFill>
          <a:blip r:embed="rId1"/>
          <a:stretch/>
        </p:blipFill>
        <p:spPr>
          <a:xfrm>
            <a:off x="6660000" y="1636200"/>
            <a:ext cx="5037840" cy="484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Invariant mass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2"/>
          <p:cNvSpPr>
            <a:spLocks noGrp="1"/>
          </p:cNvSpPr>
          <p:nvPr>
            <p:ph/>
          </p:nvPr>
        </p:nvSpPr>
        <p:spPr>
          <a:xfrm>
            <a:off x="360000" y="1971720"/>
            <a:ext cx="5398200" cy="450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Calculate the mass of a particle using the mass, momenta and energy of the particles it decays into.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Hypatia does the calculations for us.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4" name="Picture 293"/>
          <p:cNvPicPr/>
          <p:nvPr/>
        </p:nvPicPr>
        <p:blipFill>
          <a:blip r:embed="rId1"/>
          <a:stretch/>
        </p:blipFill>
        <p:spPr>
          <a:xfrm>
            <a:off x="5908680" y="1260000"/>
            <a:ext cx="5969520" cy="298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Demo / practice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PlaceHolder 2"/>
          <p:cNvSpPr>
            <a:spLocks noGrp="1"/>
          </p:cNvSpPr>
          <p:nvPr>
            <p:ph/>
          </p:nvPr>
        </p:nvSpPr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Exercise 2 events or one of allocated data sets.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Analysing your own data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8" name="Picture 297"/>
          <p:cNvPicPr/>
          <p:nvPr/>
        </p:nvPicPr>
        <p:blipFill>
          <a:blip r:embed="rId1"/>
          <a:stretch/>
        </p:blipFill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Saving and loading your work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0" name="Picture 299"/>
          <p:cNvPicPr/>
          <p:nvPr/>
        </p:nvPicPr>
        <p:blipFill>
          <a:blip r:embed="rId1"/>
          <a:stretch/>
        </p:blipFill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Viewing your results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2" name="Picture 301"/>
          <p:cNvPicPr/>
          <p:nvPr/>
        </p:nvPicPr>
        <p:blipFill>
          <a:blip r:embed="rId1"/>
          <a:stretch/>
        </p:blipFill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Exporting your results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4" name="Picture 303"/>
          <p:cNvPicPr/>
          <p:nvPr/>
        </p:nvPicPr>
        <p:blipFill>
          <a:blip r:embed="rId1"/>
          <a:stretch/>
        </p:blipFill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Combining our results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PlaceHolder 2"/>
          <p:cNvSpPr>
            <a:spLocks noGrp="1"/>
          </p:cNvSpPr>
          <p:nvPr>
            <p:ph/>
          </p:nvPr>
        </p:nvSpPr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Upload results: </a:t>
            </a:r>
            <a:r>
              <a:rPr lang="en-GB" sz="3200" b="0" u="sng" strike="noStrike">
                <a:solidFill>
                  <a:srgbClr val="0097a9"/>
                </a:solidFill>
                <a:effectLst/>
                <a:uFillTx/>
                <a:latin typeface="Arial"/>
                <a:ea typeface="DejaVu Sans"/>
                <a:hlinkClick r:id="rId1"/>
              </a:rPr>
              <a:t>http://cernmasterclass.uio.no/OPloT/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Combine results from all students at UCL today.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Combine with other groups for larger statistics.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Discussion of histograms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PlaceHolder 2"/>
          <p:cNvSpPr>
            <a:spLocks noGrp="1"/>
          </p:cNvSpPr>
          <p:nvPr>
            <p:ph/>
          </p:nvPr>
        </p:nvSpPr>
        <p:spPr>
          <a:xfrm>
            <a:off x="360000" y="1972080"/>
            <a:ext cx="10436040" cy="4037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What do the peaks mean?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Are they where we expect them?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Can we see evidence of the Higgs boson?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Who would like to answer some questions in the video conference?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What questions would you like to ask the CERN event moderators?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"/>
          <p:cNvPicPr/>
          <p:nvPr/>
        </p:nvPicPr>
        <p:blipFill>
          <a:blip r:embed="rId1"/>
          <a:stretch/>
        </p:blipFill>
        <p:spPr>
          <a:xfrm>
            <a:off x="955800" y="1620000"/>
            <a:ext cx="4263840" cy="494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0" name=""/>
          <p:cNvPicPr/>
          <p:nvPr/>
        </p:nvPicPr>
        <p:blipFill>
          <a:blip r:embed="rId2"/>
          <a:stretch/>
        </p:blipFill>
        <p:spPr>
          <a:xfrm>
            <a:off x="7560000" y="572760"/>
            <a:ext cx="3419640" cy="59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1" name="PlaceHolder 1"/>
          <p:cNvSpPr>
            <a:spLocks noGrp="1"/>
          </p:cNvSpPr>
          <p:nvPr>
            <p:ph type="title"/>
          </p:nvPr>
        </p:nvSpPr>
        <p:spPr>
          <a:xfrm>
            <a:off x="-144000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Higgs discovery 2012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title"/>
          </p:nvPr>
        </p:nvSpPr>
        <p:spPr>
          <a:xfrm>
            <a:off x="343080" y="604800"/>
            <a:ext cx="8997120" cy="136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Thank you!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PlaceHolder 2"/>
          <p:cNvSpPr>
            <a:spLocks noGrp="1"/>
          </p:cNvSpPr>
          <p:nvPr>
            <p:ph/>
          </p:nvPr>
        </p:nvSpPr>
        <p:spPr>
          <a:xfrm>
            <a:off x="360000" y="2412000"/>
            <a:ext cx="10436040" cy="359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UCL_IOE Blue_Slide_Theme">
  <a:themeElements>
    <a:clrScheme name="UCL IOE Blue Them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33a0"/>
      </a:dk2>
      <a:lt2>
        <a:srgbClr val="ccd6ec"/>
      </a:lt2>
      <a:accent1>
        <a:srgbClr val="8db9ca"/>
      </a:accent1>
      <a:accent2>
        <a:srgbClr val="f6be00"/>
      </a:accent2>
      <a:accent3>
        <a:srgbClr val="8f993e"/>
      </a:accent3>
      <a:accent4>
        <a:srgbClr val="ea7600"/>
      </a:accent4>
      <a:accent5>
        <a:srgbClr val="bbc592"/>
      </a:accent5>
      <a:accent6>
        <a:srgbClr val="e03c31"/>
      </a:accent6>
      <a:hlink>
        <a:srgbClr val="0097a9"/>
      </a:hlink>
      <a:folHlink>
        <a:srgbClr val="0097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FFB14145776A4FB3757D14421BDE18" ma:contentTypeVersion="6" ma:contentTypeDescription="Create a new document." ma:contentTypeScope="" ma:versionID="63b03d9781ce2bfce2892241f90e8787">
  <xsd:schema xmlns:xsd="http://www.w3.org/2001/XMLSchema" xmlns:xs="http://www.w3.org/2001/XMLSchema" xmlns:p="http://schemas.microsoft.com/office/2006/metadata/properties" xmlns:ns2="ebe3d0e6-19ce-4de6-9ad6-e0909310fadc" targetNamespace="http://schemas.microsoft.com/office/2006/metadata/properties" ma:root="true" ma:fieldsID="4bec28fcb5ca470d099a5b269f5f3b4b" ns2:_="">
    <xsd:import namespace="ebe3d0e6-19ce-4de6-9ad6-e0909310fa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3d0e6-19ce-4de6-9ad6-e0909310f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09D724-7CA8-4033-9A0C-150202272C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5DD190-EAD1-43FC-817A-4AF46A722E5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4C4CCED-1D58-41C0-92BE-C730604972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e3d0e6-19ce-4de6-9ad6-e0909310fa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944</TotalTime>
  <Application>LibreOffice/25.8.4.2$Linux_X86_64 LibreOffice_project/580$Build-2</Application>
  <AppVersion>15.0000</AppVersion>
  <Words>0</Words>
  <Paragraphs>0</Paragraphs>
  <Company>University College London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2020-09-14T09:34:24Z</dcterms:created>
  <dc:creator>Petterson, Helen</dc:creator>
  <dc:description/>
  <dc:language>en-GB</dc:language>
  <cp:lastModifiedBy>Ben Waugh</cp:lastModifiedBy>
  <dcterms:modified xsi:type="dcterms:W3CDTF">2026-03-26T10:24:16Z</dcterms:modified>
  <cp:revision>62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0x01010087FFB14145776A4FB3757D14421BDE18</vt:lpwstr>
  </property>
  <property fmtid="{D5CDD505-2E9C-101B-9397-08002B2CF9AE}" pid="3" name="PresentationFormat">
    <vt:lpwstr>Widescreen</vt:lpwstr>
  </property>
  <property fmtid="{D5CDD505-2E9C-101B-9397-08002B2CF9AE}" pid="4" name="Slides">
    <vt:i4>23</vt:i4>
  </property>
</Properties>
</file>